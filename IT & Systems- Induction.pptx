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9" r:id="rId1"/>
  </p:sldMasterIdLst>
  <p:notesMasterIdLst>
    <p:notesMasterId r:id="rId18"/>
  </p:notesMasterIdLst>
  <p:handoutMasterIdLst>
    <p:handoutMasterId r:id="rId19"/>
  </p:handoutMasterIdLst>
  <p:sldIdLst>
    <p:sldId id="1470" r:id="rId2"/>
    <p:sldId id="1789" r:id="rId3"/>
    <p:sldId id="1885" r:id="rId4"/>
    <p:sldId id="1874" r:id="rId5"/>
    <p:sldId id="1882" r:id="rId6"/>
    <p:sldId id="1883" r:id="rId7"/>
    <p:sldId id="1884" r:id="rId8"/>
    <p:sldId id="1875" r:id="rId9"/>
    <p:sldId id="1878" r:id="rId10"/>
    <p:sldId id="1890" r:id="rId11"/>
    <p:sldId id="1886" r:id="rId12"/>
    <p:sldId id="1887" r:id="rId13"/>
    <p:sldId id="1888" r:id="rId14"/>
    <p:sldId id="1879" r:id="rId15"/>
    <p:sldId id="1889" r:id="rId16"/>
    <p:sldId id="1485" r:id="rId17"/>
  </p:sldIdLst>
  <p:sldSz cx="9144000" cy="6858000" type="screen4x3"/>
  <p:notesSz cx="7053263" cy="93567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400" kern="1200">
        <a:solidFill>
          <a:srgbClr val="000000"/>
        </a:solidFill>
        <a:latin typeface="Tahoma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1400" kern="1200">
        <a:solidFill>
          <a:srgbClr val="000000"/>
        </a:solidFill>
        <a:latin typeface="Tahoma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1400" kern="1200">
        <a:solidFill>
          <a:srgbClr val="000000"/>
        </a:solidFill>
        <a:latin typeface="Tahoma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1400" kern="1200">
        <a:solidFill>
          <a:srgbClr val="000000"/>
        </a:solidFill>
        <a:latin typeface="Tahoma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1400" kern="1200">
        <a:solidFill>
          <a:srgbClr val="000000"/>
        </a:solidFill>
        <a:latin typeface="Tahoma" pitchFamily="34" charset="0"/>
        <a:ea typeface="+mn-ea"/>
        <a:cs typeface="Arial" charset="0"/>
      </a:defRPr>
    </a:lvl5pPr>
    <a:lvl6pPr marL="2286000" algn="l" defTabSz="914400" rtl="0" eaLnBrk="1" latinLnBrk="0" hangingPunct="1">
      <a:defRPr sz="1400" kern="1200">
        <a:solidFill>
          <a:srgbClr val="000000"/>
        </a:solidFill>
        <a:latin typeface="Tahoma" pitchFamily="34" charset="0"/>
        <a:ea typeface="+mn-ea"/>
        <a:cs typeface="Arial" charset="0"/>
      </a:defRPr>
    </a:lvl6pPr>
    <a:lvl7pPr marL="2743200" algn="l" defTabSz="914400" rtl="0" eaLnBrk="1" latinLnBrk="0" hangingPunct="1">
      <a:defRPr sz="1400" kern="1200">
        <a:solidFill>
          <a:srgbClr val="000000"/>
        </a:solidFill>
        <a:latin typeface="Tahoma" pitchFamily="34" charset="0"/>
        <a:ea typeface="+mn-ea"/>
        <a:cs typeface="Arial" charset="0"/>
      </a:defRPr>
    </a:lvl7pPr>
    <a:lvl8pPr marL="3200400" algn="l" defTabSz="914400" rtl="0" eaLnBrk="1" latinLnBrk="0" hangingPunct="1">
      <a:defRPr sz="1400" kern="1200">
        <a:solidFill>
          <a:srgbClr val="000000"/>
        </a:solidFill>
        <a:latin typeface="Tahoma" pitchFamily="34" charset="0"/>
        <a:ea typeface="+mn-ea"/>
        <a:cs typeface="Arial" charset="0"/>
      </a:defRPr>
    </a:lvl8pPr>
    <a:lvl9pPr marL="3657600" algn="l" defTabSz="914400" rtl="0" eaLnBrk="1" latinLnBrk="0" hangingPunct="1">
      <a:defRPr sz="1400" kern="1200">
        <a:solidFill>
          <a:srgbClr val="000000"/>
        </a:solidFill>
        <a:latin typeface="Tahoma" pitchFamily="34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FF"/>
    <a:srgbClr val="000000"/>
    <a:srgbClr val="EAEAEA"/>
    <a:srgbClr val="3288C4"/>
    <a:srgbClr val="1B2950"/>
    <a:srgbClr val="52527C"/>
    <a:srgbClr val="FFFFCC"/>
    <a:srgbClr val="FFFFFF"/>
    <a:srgbClr val="FFFF99"/>
    <a:srgbClr val="A3A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97" autoAdjust="0"/>
    <p:restoredTop sz="99660" autoAdjust="0"/>
  </p:normalViewPr>
  <p:slideViewPr>
    <p:cSldViewPr snapToGrid="0">
      <p:cViewPr>
        <p:scale>
          <a:sx n="77" d="100"/>
          <a:sy n="77" d="100"/>
        </p:scale>
        <p:origin x="-1182" y="-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05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9" d="100"/>
        <a:sy n="79" d="100"/>
      </p:scale>
      <p:origin x="0" y="0"/>
    </p:cViewPr>
  </p:sorterViewPr>
  <p:notesViewPr>
    <p:cSldViewPr snapToGrid="0">
      <p:cViewPr varScale="1">
        <p:scale>
          <a:sx n="49" d="100"/>
          <a:sy n="49" d="100"/>
        </p:scale>
        <p:origin x="-1932" y="-114"/>
      </p:cViewPr>
      <p:guideLst>
        <p:guide orient="horz" pos="2947"/>
        <p:guide pos="2222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hyperlink" Target="http://192.9.200.172:8080/joomla/index.php/application-links1/75-it-a-system-informations/421-handling-of-spamphishing-mails" TargetMode="External"/><Relationship Id="rId7" Type="http://schemas.openxmlformats.org/officeDocument/2006/relationships/hyperlink" Target="http://192.9.200.172:8080/joomla/index.php/application-links1/75-it-a-system-informations/757-it-guidelines-for-travelling-users" TargetMode="External"/><Relationship Id="rId2" Type="http://schemas.openxmlformats.org/officeDocument/2006/relationships/hyperlink" Target="http://192.9.200.172:8080/joomla/index.php/application-links1/75-it-a-system-informations/758-surveillance-of-internet-access" TargetMode="External"/><Relationship Id="rId1" Type="http://schemas.openxmlformats.org/officeDocument/2006/relationships/hyperlink" Target="http://192.9.200.172:8080/joomla/index.php/application-links1/75-it-a-system-informations/264-it-information-security-procedure" TargetMode="External"/><Relationship Id="rId6" Type="http://schemas.openxmlformats.org/officeDocument/2006/relationships/hyperlink" Target="http://192.9.200.172:8080/joomla/index.php/application-links1/75-it-a-system-informations/266-guidelines-for-data-backup" TargetMode="External"/><Relationship Id="rId5" Type="http://schemas.openxmlformats.org/officeDocument/2006/relationships/hyperlink" Target="http://192.9.200.172:8080/joomla/index.php/application-links1/75-it-a-system-informations/265-fowarding-of-mails-to-personal-e-mails-ids" TargetMode="External"/><Relationship Id="rId4" Type="http://schemas.openxmlformats.org/officeDocument/2006/relationships/hyperlink" Target="http://192.9.200.172:8080/joomla/index.php/application-links1/75-it-a-system-informations/317-fowarding-of-mails-to-personal-e-mails-ids-2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31716EB-9596-4887-B464-7DB006EDB068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94F5A134-B20A-4658-8680-22F4A314DD0B}">
      <dgm:prSet phldrT="[Text]" custT="1"/>
      <dgm:spPr/>
      <dgm:t>
        <a:bodyPr/>
        <a:lstStyle/>
        <a:p>
          <a:r>
            <a:rPr lang="en-GB" sz="1800" b="1" dirty="0" smtClean="0"/>
            <a:t>Hariharan</a:t>
          </a:r>
        </a:p>
        <a:p>
          <a:r>
            <a:rPr lang="en-GB" sz="1800" dirty="0" smtClean="0"/>
            <a:t>(Head-IT &amp; Systems)</a:t>
          </a:r>
          <a:endParaRPr lang="en-GB" sz="1800" dirty="0"/>
        </a:p>
      </dgm:t>
    </dgm:pt>
    <dgm:pt modelId="{F67117DE-305D-4F3F-8B84-F1D15CC7605C}" type="parTrans" cxnId="{0727ED76-65E8-4C0B-B4A1-30187991B889}">
      <dgm:prSet/>
      <dgm:spPr/>
      <dgm:t>
        <a:bodyPr/>
        <a:lstStyle/>
        <a:p>
          <a:endParaRPr lang="en-GB"/>
        </a:p>
      </dgm:t>
    </dgm:pt>
    <dgm:pt modelId="{D7D0E7DF-FC7B-404D-B832-09E2B376DE6F}" type="sibTrans" cxnId="{0727ED76-65E8-4C0B-B4A1-30187991B889}">
      <dgm:prSet/>
      <dgm:spPr/>
      <dgm:t>
        <a:bodyPr/>
        <a:lstStyle/>
        <a:p>
          <a:endParaRPr lang="en-GB"/>
        </a:p>
      </dgm:t>
    </dgm:pt>
    <dgm:pt modelId="{AB67389D-89A0-4FC2-BF2C-43AEAE3C8C7E}">
      <dgm:prSet phldrT="[Text]" custT="1"/>
      <dgm:spPr/>
      <dgm:t>
        <a:bodyPr/>
        <a:lstStyle/>
        <a:p>
          <a:r>
            <a:rPr lang="en-GB" sz="1800" b="1" dirty="0" smtClean="0"/>
            <a:t>Dhirendra Singh</a:t>
          </a:r>
        </a:p>
        <a:p>
          <a:r>
            <a:rPr lang="en-GB" sz="1800" dirty="0" smtClean="0"/>
            <a:t>(IT Facilities &amp; Support)</a:t>
          </a:r>
          <a:endParaRPr lang="en-GB" sz="1800" dirty="0"/>
        </a:p>
      </dgm:t>
    </dgm:pt>
    <dgm:pt modelId="{BD34DFC3-306C-49C4-8850-DBB905ECB0DA}" type="parTrans" cxnId="{BFD97CB9-EE28-449F-94CB-D389477F71DB}">
      <dgm:prSet/>
      <dgm:spPr/>
      <dgm:t>
        <a:bodyPr/>
        <a:lstStyle/>
        <a:p>
          <a:endParaRPr lang="en-GB"/>
        </a:p>
      </dgm:t>
    </dgm:pt>
    <dgm:pt modelId="{F91DF16D-7DDD-40B0-BE13-9FF770B7FB52}" type="sibTrans" cxnId="{BFD97CB9-EE28-449F-94CB-D389477F71DB}">
      <dgm:prSet/>
      <dgm:spPr/>
      <dgm:t>
        <a:bodyPr/>
        <a:lstStyle/>
        <a:p>
          <a:endParaRPr lang="en-GB"/>
        </a:p>
      </dgm:t>
    </dgm:pt>
    <dgm:pt modelId="{A9013CE1-9A40-476E-85D2-FA769B01A6AF}">
      <dgm:prSet phldrT="[Text]" custT="1"/>
      <dgm:spPr/>
      <dgm:t>
        <a:bodyPr/>
        <a:lstStyle/>
        <a:p>
          <a:r>
            <a:rPr lang="en-GB" sz="1800" b="1" dirty="0" smtClean="0"/>
            <a:t>Lalit Gupta</a:t>
          </a:r>
        </a:p>
        <a:p>
          <a:r>
            <a:rPr lang="en-GB" sz="1800" dirty="0" smtClean="0"/>
            <a:t>(HR, Engineering Applications)</a:t>
          </a:r>
          <a:endParaRPr lang="en-GB" sz="1800" dirty="0"/>
        </a:p>
      </dgm:t>
    </dgm:pt>
    <dgm:pt modelId="{36DF3533-93C4-40FE-B373-4E77AFD498F2}" type="parTrans" cxnId="{5CDFEABC-A73A-4C13-9D2D-C5371C5922F3}">
      <dgm:prSet/>
      <dgm:spPr/>
      <dgm:t>
        <a:bodyPr/>
        <a:lstStyle/>
        <a:p>
          <a:endParaRPr lang="en-GB"/>
        </a:p>
      </dgm:t>
    </dgm:pt>
    <dgm:pt modelId="{3E7D1108-CB5E-4ED8-9570-4FA5D1AE69F2}" type="sibTrans" cxnId="{5CDFEABC-A73A-4C13-9D2D-C5371C5922F3}">
      <dgm:prSet/>
      <dgm:spPr/>
      <dgm:t>
        <a:bodyPr/>
        <a:lstStyle/>
        <a:p>
          <a:endParaRPr lang="en-GB"/>
        </a:p>
      </dgm:t>
    </dgm:pt>
    <dgm:pt modelId="{673D36DB-6E7C-41A1-B23A-9C9BD0787B8D}">
      <dgm:prSet phldrT="[Text]" custT="1"/>
      <dgm:spPr/>
      <dgm:t>
        <a:bodyPr/>
        <a:lstStyle/>
        <a:p>
          <a:r>
            <a:rPr lang="en-GB" sz="1800" b="1" dirty="0" smtClean="0"/>
            <a:t>Veena</a:t>
          </a:r>
        </a:p>
        <a:p>
          <a:r>
            <a:rPr lang="en-GB" sz="1800" dirty="0" smtClean="0"/>
            <a:t>(ERP Applications)</a:t>
          </a:r>
          <a:endParaRPr lang="en-GB" sz="1800" dirty="0"/>
        </a:p>
      </dgm:t>
    </dgm:pt>
    <dgm:pt modelId="{787815C3-6FFA-4DE3-9216-ACF62EA19EDB}" type="parTrans" cxnId="{267EEC34-4A3A-4280-AB88-AB9522D73CDA}">
      <dgm:prSet/>
      <dgm:spPr/>
      <dgm:t>
        <a:bodyPr/>
        <a:lstStyle/>
        <a:p>
          <a:endParaRPr lang="en-GB"/>
        </a:p>
      </dgm:t>
    </dgm:pt>
    <dgm:pt modelId="{00A41312-615C-475E-8D96-9806A8F04B97}" type="sibTrans" cxnId="{267EEC34-4A3A-4280-AB88-AB9522D73CDA}">
      <dgm:prSet/>
      <dgm:spPr/>
      <dgm:t>
        <a:bodyPr/>
        <a:lstStyle/>
        <a:p>
          <a:endParaRPr lang="en-GB"/>
        </a:p>
      </dgm:t>
    </dgm:pt>
    <dgm:pt modelId="{AC655AE5-4ADB-47DE-9DC5-64A32B5E615B}">
      <dgm:prSet phldrT="[Text]" custT="1"/>
      <dgm:spPr/>
      <dgm:t>
        <a:bodyPr/>
        <a:lstStyle/>
        <a:p>
          <a:r>
            <a:rPr lang="en-GB" sz="1800" b="1" dirty="0" smtClean="0"/>
            <a:t>Vinay</a:t>
          </a:r>
        </a:p>
        <a:p>
          <a:r>
            <a:rPr lang="en-GB" sz="1800" dirty="0" smtClean="0"/>
            <a:t>(</a:t>
          </a:r>
          <a:r>
            <a:rPr lang="en-GB" sz="1800" dirty="0" smtClean="0"/>
            <a:t>Helpdesk Support)</a:t>
          </a:r>
          <a:endParaRPr lang="en-GB" sz="1800" dirty="0"/>
        </a:p>
      </dgm:t>
    </dgm:pt>
    <dgm:pt modelId="{6F261686-7D2F-4705-ADCF-C7A730105E5F}" type="parTrans" cxnId="{DCA66F41-4285-4F31-B15A-1D05BAC8FCFE}">
      <dgm:prSet/>
      <dgm:spPr/>
      <dgm:t>
        <a:bodyPr/>
        <a:lstStyle/>
        <a:p>
          <a:endParaRPr lang="en-GB"/>
        </a:p>
      </dgm:t>
    </dgm:pt>
    <dgm:pt modelId="{37AFAECE-F0F3-4982-BCF1-8B632C5D006C}" type="sibTrans" cxnId="{DCA66F41-4285-4F31-B15A-1D05BAC8FCFE}">
      <dgm:prSet/>
      <dgm:spPr/>
      <dgm:t>
        <a:bodyPr/>
        <a:lstStyle/>
        <a:p>
          <a:endParaRPr lang="en-GB"/>
        </a:p>
      </dgm:t>
    </dgm:pt>
    <dgm:pt modelId="{93EA5504-5412-4DA9-9A2D-B5A310D6E22C}">
      <dgm:prSet phldrT="[Text]" custT="1"/>
      <dgm:spPr/>
      <dgm:t>
        <a:bodyPr/>
        <a:lstStyle/>
        <a:p>
          <a:r>
            <a:rPr lang="en-GB" sz="1800" b="1" dirty="0" smtClean="0"/>
            <a:t>Bhupender</a:t>
          </a:r>
        </a:p>
        <a:p>
          <a:r>
            <a:rPr lang="en-GB" sz="1800" dirty="0" smtClean="0"/>
            <a:t>(E-mail Support)</a:t>
          </a:r>
          <a:endParaRPr lang="en-GB" sz="1800" dirty="0"/>
        </a:p>
      </dgm:t>
    </dgm:pt>
    <dgm:pt modelId="{FEE7CA3C-92C6-4E9F-824A-414282C0543C}" type="parTrans" cxnId="{F55E0A49-F562-43E9-B77B-DBE13A9F3E3A}">
      <dgm:prSet/>
      <dgm:spPr/>
      <dgm:t>
        <a:bodyPr/>
        <a:lstStyle/>
        <a:p>
          <a:endParaRPr lang="en-GB"/>
        </a:p>
      </dgm:t>
    </dgm:pt>
    <dgm:pt modelId="{609BA0BE-AC37-49CA-9FDB-06A57D9C8A02}" type="sibTrans" cxnId="{F55E0A49-F562-43E9-B77B-DBE13A9F3E3A}">
      <dgm:prSet/>
      <dgm:spPr/>
      <dgm:t>
        <a:bodyPr/>
        <a:lstStyle/>
        <a:p>
          <a:endParaRPr lang="en-GB"/>
        </a:p>
      </dgm:t>
    </dgm:pt>
    <dgm:pt modelId="{C239C9BB-3443-4D36-930F-519DE73A34C1}">
      <dgm:prSet phldrT="[Text]" custT="1"/>
      <dgm:spPr/>
      <dgm:t>
        <a:bodyPr/>
        <a:lstStyle/>
        <a:p>
          <a:r>
            <a:rPr lang="en-GB" sz="1800" b="1" dirty="0" smtClean="0"/>
            <a:t>Praveen</a:t>
          </a:r>
        </a:p>
        <a:p>
          <a:r>
            <a:rPr lang="en-GB" sz="1800" dirty="0" smtClean="0"/>
            <a:t>(IT Security</a:t>
          </a:r>
          <a:r>
            <a:rPr lang="en-GB" sz="1800" dirty="0" smtClean="0"/>
            <a:t>)</a:t>
          </a:r>
          <a:endParaRPr lang="en-GB" sz="1800" dirty="0"/>
        </a:p>
      </dgm:t>
    </dgm:pt>
    <dgm:pt modelId="{561CF44C-7629-44AD-9EFC-695917C12562}" type="parTrans" cxnId="{E6D9557E-FB4D-4D32-ACE6-2F0391040BB1}">
      <dgm:prSet/>
      <dgm:spPr/>
      <dgm:t>
        <a:bodyPr/>
        <a:lstStyle/>
        <a:p>
          <a:endParaRPr lang="en-GB"/>
        </a:p>
      </dgm:t>
    </dgm:pt>
    <dgm:pt modelId="{186E8B56-0AEF-4C98-B0D4-CAD6A354FC0D}" type="sibTrans" cxnId="{E6D9557E-FB4D-4D32-ACE6-2F0391040BB1}">
      <dgm:prSet/>
      <dgm:spPr/>
      <dgm:t>
        <a:bodyPr/>
        <a:lstStyle/>
        <a:p>
          <a:endParaRPr lang="en-GB"/>
        </a:p>
      </dgm:t>
    </dgm:pt>
    <dgm:pt modelId="{2C39B455-4210-4FFE-9391-F00E670BF92D}">
      <dgm:prSet phldrT="[Text]" custT="1"/>
      <dgm:spPr/>
      <dgm:t>
        <a:bodyPr/>
        <a:lstStyle/>
        <a:p>
          <a:r>
            <a:rPr lang="en-GB" sz="1800" dirty="0" smtClean="0"/>
            <a:t>Pankaj Gupta</a:t>
          </a:r>
        </a:p>
        <a:p>
          <a:r>
            <a:rPr lang="en-GB" sz="1800" dirty="0" smtClean="0"/>
            <a:t>(ERP Support)</a:t>
          </a:r>
          <a:endParaRPr lang="en-GB" sz="1800" dirty="0"/>
        </a:p>
      </dgm:t>
    </dgm:pt>
    <dgm:pt modelId="{A4FCDA3A-62AE-4CB1-AB73-B6C115436026}" type="parTrans" cxnId="{CE75761F-C0EE-4945-AC05-5A8233042629}">
      <dgm:prSet/>
      <dgm:spPr/>
      <dgm:t>
        <a:bodyPr/>
        <a:lstStyle/>
        <a:p>
          <a:endParaRPr lang="en-GB"/>
        </a:p>
      </dgm:t>
    </dgm:pt>
    <dgm:pt modelId="{BAA7C32A-BD69-4164-8BFC-E8AFB36CEFE4}" type="sibTrans" cxnId="{CE75761F-C0EE-4945-AC05-5A8233042629}">
      <dgm:prSet/>
      <dgm:spPr/>
      <dgm:t>
        <a:bodyPr/>
        <a:lstStyle/>
        <a:p>
          <a:endParaRPr lang="en-GB"/>
        </a:p>
      </dgm:t>
    </dgm:pt>
    <dgm:pt modelId="{855F5962-D0E3-4D1E-BA25-19A7188A6F57}" type="pres">
      <dgm:prSet presAssocID="{F31716EB-9596-4887-B464-7DB006EDB06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GB"/>
        </a:p>
      </dgm:t>
    </dgm:pt>
    <dgm:pt modelId="{F95FBEFE-E229-41F4-9F58-25D87539366F}" type="pres">
      <dgm:prSet presAssocID="{94F5A134-B20A-4658-8680-22F4A314DD0B}" presName="hierRoot1" presStyleCnt="0"/>
      <dgm:spPr/>
    </dgm:pt>
    <dgm:pt modelId="{FF786397-04FC-43DD-B7EE-B3943A46C920}" type="pres">
      <dgm:prSet presAssocID="{94F5A134-B20A-4658-8680-22F4A314DD0B}" presName="composite" presStyleCnt="0"/>
      <dgm:spPr/>
    </dgm:pt>
    <dgm:pt modelId="{740C5C29-9641-470A-8CF1-98DCF1E70D25}" type="pres">
      <dgm:prSet presAssocID="{94F5A134-B20A-4658-8680-22F4A314DD0B}" presName="background" presStyleLbl="node0" presStyleIdx="0" presStyleCnt="1"/>
      <dgm:spPr/>
    </dgm:pt>
    <dgm:pt modelId="{26243D0F-49E9-4624-B9D1-DA584AED8B03}" type="pres">
      <dgm:prSet presAssocID="{94F5A134-B20A-4658-8680-22F4A314DD0B}" presName="text" presStyleLbl="fgAcc0" presStyleIdx="0" presStyleCnt="1" custScaleX="142245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DC288CCA-5151-4A8A-827C-AE5AB0922800}" type="pres">
      <dgm:prSet presAssocID="{94F5A134-B20A-4658-8680-22F4A314DD0B}" presName="hierChild2" presStyleCnt="0"/>
      <dgm:spPr/>
    </dgm:pt>
    <dgm:pt modelId="{60EDBC92-32A1-49F9-94E9-7483DDE7E40B}" type="pres">
      <dgm:prSet presAssocID="{BD34DFC3-306C-49C4-8850-DBB905ECB0DA}" presName="Name10" presStyleLbl="parChTrans1D2" presStyleIdx="0" presStyleCnt="3"/>
      <dgm:spPr/>
      <dgm:t>
        <a:bodyPr/>
        <a:lstStyle/>
        <a:p>
          <a:endParaRPr lang="en-GB"/>
        </a:p>
      </dgm:t>
    </dgm:pt>
    <dgm:pt modelId="{784B2152-333D-45E1-8B1E-20B4CB2E25FC}" type="pres">
      <dgm:prSet presAssocID="{AB67389D-89A0-4FC2-BF2C-43AEAE3C8C7E}" presName="hierRoot2" presStyleCnt="0"/>
      <dgm:spPr/>
    </dgm:pt>
    <dgm:pt modelId="{D5A2DD7C-2287-4D45-81D5-691AF7868779}" type="pres">
      <dgm:prSet presAssocID="{AB67389D-89A0-4FC2-BF2C-43AEAE3C8C7E}" presName="composite2" presStyleCnt="0"/>
      <dgm:spPr/>
    </dgm:pt>
    <dgm:pt modelId="{55A5E781-0B7B-412D-A76A-DE507C15BC6C}" type="pres">
      <dgm:prSet presAssocID="{AB67389D-89A0-4FC2-BF2C-43AEAE3C8C7E}" presName="background2" presStyleLbl="node2" presStyleIdx="0" presStyleCnt="3"/>
      <dgm:spPr/>
    </dgm:pt>
    <dgm:pt modelId="{EC5F7CD7-92BD-4380-AF1B-AB0D2D7DB8B2}" type="pres">
      <dgm:prSet presAssocID="{AB67389D-89A0-4FC2-BF2C-43AEAE3C8C7E}" presName="text2" presStyleLbl="fgAcc2" presStyleIdx="0" presStyleCnt="3" custScaleX="117462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855E306D-A0D6-4784-BDD9-681D864FA3C1}" type="pres">
      <dgm:prSet presAssocID="{AB67389D-89A0-4FC2-BF2C-43AEAE3C8C7E}" presName="hierChild3" presStyleCnt="0"/>
      <dgm:spPr/>
    </dgm:pt>
    <dgm:pt modelId="{4144F264-8FB6-4B71-9657-FC3DAC0E387B}" type="pres">
      <dgm:prSet presAssocID="{6F261686-7D2F-4705-ADCF-C7A730105E5F}" presName="Name17" presStyleLbl="parChTrans1D3" presStyleIdx="0" presStyleCnt="4"/>
      <dgm:spPr/>
      <dgm:t>
        <a:bodyPr/>
        <a:lstStyle/>
        <a:p>
          <a:endParaRPr lang="en-GB"/>
        </a:p>
      </dgm:t>
    </dgm:pt>
    <dgm:pt modelId="{E7FCE27B-A26E-479A-A3FE-7D4920D0ADB7}" type="pres">
      <dgm:prSet presAssocID="{AC655AE5-4ADB-47DE-9DC5-64A32B5E615B}" presName="hierRoot3" presStyleCnt="0"/>
      <dgm:spPr/>
    </dgm:pt>
    <dgm:pt modelId="{9F8FF3D7-BAB5-47F6-A315-FC4DE3F6933B}" type="pres">
      <dgm:prSet presAssocID="{AC655AE5-4ADB-47DE-9DC5-64A32B5E615B}" presName="composite3" presStyleCnt="0"/>
      <dgm:spPr/>
    </dgm:pt>
    <dgm:pt modelId="{7C128272-073D-4FB3-9A9A-740C16F04C5A}" type="pres">
      <dgm:prSet presAssocID="{AC655AE5-4ADB-47DE-9DC5-64A32B5E615B}" presName="background3" presStyleLbl="node3" presStyleIdx="0" presStyleCnt="4"/>
      <dgm:spPr/>
    </dgm:pt>
    <dgm:pt modelId="{818572EA-FC07-428B-B9B8-080DD1FF6294}" type="pres">
      <dgm:prSet presAssocID="{AC655AE5-4ADB-47DE-9DC5-64A32B5E615B}" presName="text3" presStyleLbl="fgAcc3" presStyleIdx="0" presStyleCnt="4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B6788280-4055-4965-9F3E-B21505A4DC74}" type="pres">
      <dgm:prSet presAssocID="{AC655AE5-4ADB-47DE-9DC5-64A32B5E615B}" presName="hierChild4" presStyleCnt="0"/>
      <dgm:spPr/>
    </dgm:pt>
    <dgm:pt modelId="{F8B48F89-18CB-4559-9735-E107366A319D}" type="pres">
      <dgm:prSet presAssocID="{FEE7CA3C-92C6-4E9F-824A-414282C0543C}" presName="Name17" presStyleLbl="parChTrans1D3" presStyleIdx="1" presStyleCnt="4"/>
      <dgm:spPr/>
      <dgm:t>
        <a:bodyPr/>
        <a:lstStyle/>
        <a:p>
          <a:endParaRPr lang="en-GB"/>
        </a:p>
      </dgm:t>
    </dgm:pt>
    <dgm:pt modelId="{7D8A9E7D-E177-4911-9DB7-7073C0F74771}" type="pres">
      <dgm:prSet presAssocID="{93EA5504-5412-4DA9-9A2D-B5A310D6E22C}" presName="hierRoot3" presStyleCnt="0"/>
      <dgm:spPr/>
    </dgm:pt>
    <dgm:pt modelId="{2293BA4B-0CF2-4F1B-9CFC-A7528041DDC4}" type="pres">
      <dgm:prSet presAssocID="{93EA5504-5412-4DA9-9A2D-B5A310D6E22C}" presName="composite3" presStyleCnt="0"/>
      <dgm:spPr/>
    </dgm:pt>
    <dgm:pt modelId="{8F05C8A6-EEFB-4514-AF7C-E8E88B972781}" type="pres">
      <dgm:prSet presAssocID="{93EA5504-5412-4DA9-9A2D-B5A310D6E22C}" presName="background3" presStyleLbl="node3" presStyleIdx="1" presStyleCnt="4"/>
      <dgm:spPr/>
    </dgm:pt>
    <dgm:pt modelId="{D4692811-3C60-47C3-BA41-533DC48F95E9}" type="pres">
      <dgm:prSet presAssocID="{93EA5504-5412-4DA9-9A2D-B5A310D6E22C}" presName="text3" presStyleLbl="fgAcc3" presStyleIdx="1" presStyleCnt="4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2333C867-049C-4A11-9DE2-30DB58858611}" type="pres">
      <dgm:prSet presAssocID="{93EA5504-5412-4DA9-9A2D-B5A310D6E22C}" presName="hierChild4" presStyleCnt="0"/>
      <dgm:spPr/>
    </dgm:pt>
    <dgm:pt modelId="{536065B2-22FE-409F-8EAF-861CC4107590}" type="pres">
      <dgm:prSet presAssocID="{561CF44C-7629-44AD-9EFC-695917C12562}" presName="Name17" presStyleLbl="parChTrans1D3" presStyleIdx="2" presStyleCnt="4"/>
      <dgm:spPr/>
      <dgm:t>
        <a:bodyPr/>
        <a:lstStyle/>
        <a:p>
          <a:endParaRPr lang="en-GB"/>
        </a:p>
      </dgm:t>
    </dgm:pt>
    <dgm:pt modelId="{211CEE7E-B5A5-431C-A813-BA6E9D20A880}" type="pres">
      <dgm:prSet presAssocID="{C239C9BB-3443-4D36-930F-519DE73A34C1}" presName="hierRoot3" presStyleCnt="0"/>
      <dgm:spPr/>
    </dgm:pt>
    <dgm:pt modelId="{326C1B2A-20B9-4C16-9E03-3ED0C2563D62}" type="pres">
      <dgm:prSet presAssocID="{C239C9BB-3443-4D36-930F-519DE73A34C1}" presName="composite3" presStyleCnt="0"/>
      <dgm:spPr/>
    </dgm:pt>
    <dgm:pt modelId="{0223F492-C95A-4803-AEF4-13AB54592055}" type="pres">
      <dgm:prSet presAssocID="{C239C9BB-3443-4D36-930F-519DE73A34C1}" presName="background3" presStyleLbl="node3" presStyleIdx="2" presStyleCnt="4"/>
      <dgm:spPr/>
    </dgm:pt>
    <dgm:pt modelId="{B73D9AFD-9D06-4B08-B984-9F6A707D953F}" type="pres">
      <dgm:prSet presAssocID="{C239C9BB-3443-4D36-930F-519DE73A34C1}" presName="text3" presStyleLbl="fgAcc3" presStyleIdx="2" presStyleCnt="4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2D7A69EC-E5AB-4E5B-BF1C-20EC86E87C03}" type="pres">
      <dgm:prSet presAssocID="{C239C9BB-3443-4D36-930F-519DE73A34C1}" presName="hierChild4" presStyleCnt="0"/>
      <dgm:spPr/>
    </dgm:pt>
    <dgm:pt modelId="{2309E421-38BA-4FB4-88C8-EC230A63CD48}" type="pres">
      <dgm:prSet presAssocID="{36DF3533-93C4-40FE-B373-4E77AFD498F2}" presName="Name10" presStyleLbl="parChTrans1D2" presStyleIdx="1" presStyleCnt="3"/>
      <dgm:spPr/>
      <dgm:t>
        <a:bodyPr/>
        <a:lstStyle/>
        <a:p>
          <a:endParaRPr lang="en-GB"/>
        </a:p>
      </dgm:t>
    </dgm:pt>
    <dgm:pt modelId="{1553F5EE-055A-483A-8097-84978D6D5335}" type="pres">
      <dgm:prSet presAssocID="{A9013CE1-9A40-476E-85D2-FA769B01A6AF}" presName="hierRoot2" presStyleCnt="0"/>
      <dgm:spPr/>
    </dgm:pt>
    <dgm:pt modelId="{EB3F8F48-1DF5-4DC6-AAE2-68E7DB803A88}" type="pres">
      <dgm:prSet presAssocID="{A9013CE1-9A40-476E-85D2-FA769B01A6AF}" presName="composite2" presStyleCnt="0"/>
      <dgm:spPr/>
    </dgm:pt>
    <dgm:pt modelId="{2517B15E-F8A3-4B0D-84C6-9ADF1836C397}" type="pres">
      <dgm:prSet presAssocID="{A9013CE1-9A40-476E-85D2-FA769B01A6AF}" presName="background2" presStyleLbl="node2" presStyleIdx="1" presStyleCnt="3"/>
      <dgm:spPr/>
    </dgm:pt>
    <dgm:pt modelId="{54CDEA14-F245-48F4-9832-125065A01019}" type="pres">
      <dgm:prSet presAssocID="{A9013CE1-9A40-476E-85D2-FA769B01A6AF}" presName="text2" presStyleLbl="fgAcc2" presStyleIdx="1" presStyleCnt="3" custScaleX="116900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6D7175A8-8A47-432E-9EDE-D72145730742}" type="pres">
      <dgm:prSet presAssocID="{A9013CE1-9A40-476E-85D2-FA769B01A6AF}" presName="hierChild3" presStyleCnt="0"/>
      <dgm:spPr/>
    </dgm:pt>
    <dgm:pt modelId="{A540D9FD-1B12-42A2-AA38-93A542AF12D5}" type="pres">
      <dgm:prSet presAssocID="{787815C3-6FFA-4DE3-9216-ACF62EA19EDB}" presName="Name10" presStyleLbl="parChTrans1D2" presStyleIdx="2" presStyleCnt="3"/>
      <dgm:spPr/>
      <dgm:t>
        <a:bodyPr/>
        <a:lstStyle/>
        <a:p>
          <a:endParaRPr lang="en-GB"/>
        </a:p>
      </dgm:t>
    </dgm:pt>
    <dgm:pt modelId="{7A71156C-3AAB-40AA-8652-836AC97AD70D}" type="pres">
      <dgm:prSet presAssocID="{673D36DB-6E7C-41A1-B23A-9C9BD0787B8D}" presName="hierRoot2" presStyleCnt="0"/>
      <dgm:spPr/>
    </dgm:pt>
    <dgm:pt modelId="{17315DFF-3069-4F2C-947E-33189B3238B3}" type="pres">
      <dgm:prSet presAssocID="{673D36DB-6E7C-41A1-B23A-9C9BD0787B8D}" presName="composite2" presStyleCnt="0"/>
      <dgm:spPr/>
    </dgm:pt>
    <dgm:pt modelId="{277DCC10-3C4C-4DBB-8FF7-241E4E11B661}" type="pres">
      <dgm:prSet presAssocID="{673D36DB-6E7C-41A1-B23A-9C9BD0787B8D}" presName="background2" presStyleLbl="node2" presStyleIdx="2" presStyleCnt="3"/>
      <dgm:spPr/>
    </dgm:pt>
    <dgm:pt modelId="{5374055F-39FB-40D0-A07F-66B5102D7CE2}" type="pres">
      <dgm:prSet presAssocID="{673D36DB-6E7C-41A1-B23A-9C9BD0787B8D}" presName="text2" presStyleLbl="fgAcc2" presStyleIdx="2" presStyleCnt="3" custScaleX="120227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40C3AE53-E536-4348-A854-D334C1140080}" type="pres">
      <dgm:prSet presAssocID="{673D36DB-6E7C-41A1-B23A-9C9BD0787B8D}" presName="hierChild3" presStyleCnt="0"/>
      <dgm:spPr/>
    </dgm:pt>
    <dgm:pt modelId="{1249E27C-B074-4DEE-A51C-C1F2485C074D}" type="pres">
      <dgm:prSet presAssocID="{A4FCDA3A-62AE-4CB1-AB73-B6C115436026}" presName="Name17" presStyleLbl="parChTrans1D3" presStyleIdx="3" presStyleCnt="4"/>
      <dgm:spPr/>
    </dgm:pt>
    <dgm:pt modelId="{D08B11E9-2500-4C67-B147-18269A406081}" type="pres">
      <dgm:prSet presAssocID="{2C39B455-4210-4FFE-9391-F00E670BF92D}" presName="hierRoot3" presStyleCnt="0"/>
      <dgm:spPr/>
    </dgm:pt>
    <dgm:pt modelId="{7C51CF49-10ED-41C4-AE78-3013EC2B438F}" type="pres">
      <dgm:prSet presAssocID="{2C39B455-4210-4FFE-9391-F00E670BF92D}" presName="composite3" presStyleCnt="0"/>
      <dgm:spPr/>
    </dgm:pt>
    <dgm:pt modelId="{95CD6972-2B11-4909-9984-F2181DCEF4AB}" type="pres">
      <dgm:prSet presAssocID="{2C39B455-4210-4FFE-9391-F00E670BF92D}" presName="background3" presStyleLbl="node3" presStyleIdx="3" presStyleCnt="4"/>
      <dgm:spPr/>
    </dgm:pt>
    <dgm:pt modelId="{2C3D440A-D67F-442B-86C6-4864E8A61D40}" type="pres">
      <dgm:prSet presAssocID="{2C39B455-4210-4FFE-9391-F00E670BF92D}" presName="text3" presStyleLbl="fgAcc3" presStyleIdx="3" presStyleCnt="4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E0357B70-7374-4561-9E41-68FAD9F28DD4}" type="pres">
      <dgm:prSet presAssocID="{2C39B455-4210-4FFE-9391-F00E670BF92D}" presName="hierChild4" presStyleCnt="0"/>
      <dgm:spPr/>
    </dgm:pt>
  </dgm:ptLst>
  <dgm:cxnLst>
    <dgm:cxn modelId="{71059CC8-623F-4B1F-821F-A92FBD4034F8}" type="presOf" srcId="{FEE7CA3C-92C6-4E9F-824A-414282C0543C}" destId="{F8B48F89-18CB-4559-9735-E107366A319D}" srcOrd="0" destOrd="0" presId="urn:microsoft.com/office/officeart/2005/8/layout/hierarchy1"/>
    <dgm:cxn modelId="{D6FBDEFC-867E-4043-9F8B-BE2F4C9B22CE}" type="presOf" srcId="{673D36DB-6E7C-41A1-B23A-9C9BD0787B8D}" destId="{5374055F-39FB-40D0-A07F-66B5102D7CE2}" srcOrd="0" destOrd="0" presId="urn:microsoft.com/office/officeart/2005/8/layout/hierarchy1"/>
    <dgm:cxn modelId="{BFD97CB9-EE28-449F-94CB-D389477F71DB}" srcId="{94F5A134-B20A-4658-8680-22F4A314DD0B}" destId="{AB67389D-89A0-4FC2-BF2C-43AEAE3C8C7E}" srcOrd="0" destOrd="0" parTransId="{BD34DFC3-306C-49C4-8850-DBB905ECB0DA}" sibTransId="{F91DF16D-7DDD-40B0-BE13-9FF770B7FB52}"/>
    <dgm:cxn modelId="{0A496E7C-F64D-44E1-B435-CDADE30D961C}" type="presOf" srcId="{6F261686-7D2F-4705-ADCF-C7A730105E5F}" destId="{4144F264-8FB6-4B71-9657-FC3DAC0E387B}" srcOrd="0" destOrd="0" presId="urn:microsoft.com/office/officeart/2005/8/layout/hierarchy1"/>
    <dgm:cxn modelId="{AE02FC06-C79C-4F23-BD90-0EAD6DFB5367}" type="presOf" srcId="{AB67389D-89A0-4FC2-BF2C-43AEAE3C8C7E}" destId="{EC5F7CD7-92BD-4380-AF1B-AB0D2D7DB8B2}" srcOrd="0" destOrd="0" presId="urn:microsoft.com/office/officeart/2005/8/layout/hierarchy1"/>
    <dgm:cxn modelId="{CB7FB9EA-A9C0-4734-B950-0E2B4A6ED218}" type="presOf" srcId="{2C39B455-4210-4FFE-9391-F00E670BF92D}" destId="{2C3D440A-D67F-442B-86C6-4864E8A61D40}" srcOrd="0" destOrd="0" presId="urn:microsoft.com/office/officeart/2005/8/layout/hierarchy1"/>
    <dgm:cxn modelId="{D266511D-19A5-4EB7-81F8-25E8A203F000}" type="presOf" srcId="{AC655AE5-4ADB-47DE-9DC5-64A32B5E615B}" destId="{818572EA-FC07-428B-B9B8-080DD1FF6294}" srcOrd="0" destOrd="0" presId="urn:microsoft.com/office/officeart/2005/8/layout/hierarchy1"/>
    <dgm:cxn modelId="{0727ED76-65E8-4C0B-B4A1-30187991B889}" srcId="{F31716EB-9596-4887-B464-7DB006EDB068}" destId="{94F5A134-B20A-4658-8680-22F4A314DD0B}" srcOrd="0" destOrd="0" parTransId="{F67117DE-305D-4F3F-8B84-F1D15CC7605C}" sibTransId="{D7D0E7DF-FC7B-404D-B832-09E2B376DE6F}"/>
    <dgm:cxn modelId="{5CA8F78E-7305-4C9B-8073-0469A3FE3E80}" type="presOf" srcId="{C239C9BB-3443-4D36-930F-519DE73A34C1}" destId="{B73D9AFD-9D06-4B08-B984-9F6A707D953F}" srcOrd="0" destOrd="0" presId="urn:microsoft.com/office/officeart/2005/8/layout/hierarchy1"/>
    <dgm:cxn modelId="{5CDFEABC-A73A-4C13-9D2D-C5371C5922F3}" srcId="{94F5A134-B20A-4658-8680-22F4A314DD0B}" destId="{A9013CE1-9A40-476E-85D2-FA769B01A6AF}" srcOrd="1" destOrd="0" parTransId="{36DF3533-93C4-40FE-B373-4E77AFD498F2}" sibTransId="{3E7D1108-CB5E-4ED8-9570-4FA5D1AE69F2}"/>
    <dgm:cxn modelId="{267EEC34-4A3A-4280-AB88-AB9522D73CDA}" srcId="{94F5A134-B20A-4658-8680-22F4A314DD0B}" destId="{673D36DB-6E7C-41A1-B23A-9C9BD0787B8D}" srcOrd="2" destOrd="0" parTransId="{787815C3-6FFA-4DE3-9216-ACF62EA19EDB}" sibTransId="{00A41312-615C-475E-8D96-9806A8F04B97}"/>
    <dgm:cxn modelId="{E0EA018F-D6CE-4B12-AECA-4AD3BC10A922}" type="presOf" srcId="{93EA5504-5412-4DA9-9A2D-B5A310D6E22C}" destId="{D4692811-3C60-47C3-BA41-533DC48F95E9}" srcOrd="0" destOrd="0" presId="urn:microsoft.com/office/officeart/2005/8/layout/hierarchy1"/>
    <dgm:cxn modelId="{533017FD-C039-4FEF-8C28-793E54A6742D}" type="presOf" srcId="{787815C3-6FFA-4DE3-9216-ACF62EA19EDB}" destId="{A540D9FD-1B12-42A2-AA38-93A542AF12D5}" srcOrd="0" destOrd="0" presId="urn:microsoft.com/office/officeart/2005/8/layout/hierarchy1"/>
    <dgm:cxn modelId="{93C7B14D-F508-4B3C-A1D0-C0C083DFD829}" type="presOf" srcId="{94F5A134-B20A-4658-8680-22F4A314DD0B}" destId="{26243D0F-49E9-4624-B9D1-DA584AED8B03}" srcOrd="0" destOrd="0" presId="urn:microsoft.com/office/officeart/2005/8/layout/hierarchy1"/>
    <dgm:cxn modelId="{DCA66F41-4285-4F31-B15A-1D05BAC8FCFE}" srcId="{AB67389D-89A0-4FC2-BF2C-43AEAE3C8C7E}" destId="{AC655AE5-4ADB-47DE-9DC5-64A32B5E615B}" srcOrd="0" destOrd="0" parTransId="{6F261686-7D2F-4705-ADCF-C7A730105E5F}" sibTransId="{37AFAECE-F0F3-4982-BCF1-8B632C5D006C}"/>
    <dgm:cxn modelId="{50F64EAB-7259-407B-8996-04B3B643E88C}" type="presOf" srcId="{A9013CE1-9A40-476E-85D2-FA769B01A6AF}" destId="{54CDEA14-F245-48F4-9832-125065A01019}" srcOrd="0" destOrd="0" presId="urn:microsoft.com/office/officeart/2005/8/layout/hierarchy1"/>
    <dgm:cxn modelId="{74910D35-D490-4FEB-808D-B6ABBAC660B9}" type="presOf" srcId="{A4FCDA3A-62AE-4CB1-AB73-B6C115436026}" destId="{1249E27C-B074-4DEE-A51C-C1F2485C074D}" srcOrd="0" destOrd="0" presId="urn:microsoft.com/office/officeart/2005/8/layout/hierarchy1"/>
    <dgm:cxn modelId="{81CEDFBF-1466-4514-9C89-9D3BDF3CA039}" type="presOf" srcId="{F31716EB-9596-4887-B464-7DB006EDB068}" destId="{855F5962-D0E3-4D1E-BA25-19A7188A6F57}" srcOrd="0" destOrd="0" presId="urn:microsoft.com/office/officeart/2005/8/layout/hierarchy1"/>
    <dgm:cxn modelId="{506E2F04-446F-4268-AFE8-698151FA2C16}" type="presOf" srcId="{561CF44C-7629-44AD-9EFC-695917C12562}" destId="{536065B2-22FE-409F-8EAF-861CC4107590}" srcOrd="0" destOrd="0" presId="urn:microsoft.com/office/officeart/2005/8/layout/hierarchy1"/>
    <dgm:cxn modelId="{CE75761F-C0EE-4945-AC05-5A8233042629}" srcId="{673D36DB-6E7C-41A1-B23A-9C9BD0787B8D}" destId="{2C39B455-4210-4FFE-9391-F00E670BF92D}" srcOrd="0" destOrd="0" parTransId="{A4FCDA3A-62AE-4CB1-AB73-B6C115436026}" sibTransId="{BAA7C32A-BD69-4164-8BFC-E8AFB36CEFE4}"/>
    <dgm:cxn modelId="{E6D9557E-FB4D-4D32-ACE6-2F0391040BB1}" srcId="{AB67389D-89A0-4FC2-BF2C-43AEAE3C8C7E}" destId="{C239C9BB-3443-4D36-930F-519DE73A34C1}" srcOrd="2" destOrd="0" parTransId="{561CF44C-7629-44AD-9EFC-695917C12562}" sibTransId="{186E8B56-0AEF-4C98-B0D4-CAD6A354FC0D}"/>
    <dgm:cxn modelId="{F55E0A49-F562-43E9-B77B-DBE13A9F3E3A}" srcId="{AB67389D-89A0-4FC2-BF2C-43AEAE3C8C7E}" destId="{93EA5504-5412-4DA9-9A2D-B5A310D6E22C}" srcOrd="1" destOrd="0" parTransId="{FEE7CA3C-92C6-4E9F-824A-414282C0543C}" sibTransId="{609BA0BE-AC37-49CA-9FDB-06A57D9C8A02}"/>
    <dgm:cxn modelId="{8C9C462F-FE55-4F26-8673-F06A520FBE0C}" type="presOf" srcId="{36DF3533-93C4-40FE-B373-4E77AFD498F2}" destId="{2309E421-38BA-4FB4-88C8-EC230A63CD48}" srcOrd="0" destOrd="0" presId="urn:microsoft.com/office/officeart/2005/8/layout/hierarchy1"/>
    <dgm:cxn modelId="{7C4A59AA-A96E-48CF-8C9E-28D5FF143CF7}" type="presOf" srcId="{BD34DFC3-306C-49C4-8850-DBB905ECB0DA}" destId="{60EDBC92-32A1-49F9-94E9-7483DDE7E40B}" srcOrd="0" destOrd="0" presId="urn:microsoft.com/office/officeart/2005/8/layout/hierarchy1"/>
    <dgm:cxn modelId="{682881E6-98BD-4E29-9F3B-84ADDCEFD9E9}" type="presParOf" srcId="{855F5962-D0E3-4D1E-BA25-19A7188A6F57}" destId="{F95FBEFE-E229-41F4-9F58-25D87539366F}" srcOrd="0" destOrd="0" presId="urn:microsoft.com/office/officeart/2005/8/layout/hierarchy1"/>
    <dgm:cxn modelId="{CA12A609-7200-411B-830F-B6EF80C336F7}" type="presParOf" srcId="{F95FBEFE-E229-41F4-9F58-25D87539366F}" destId="{FF786397-04FC-43DD-B7EE-B3943A46C920}" srcOrd="0" destOrd="0" presId="urn:microsoft.com/office/officeart/2005/8/layout/hierarchy1"/>
    <dgm:cxn modelId="{4D105133-5AEE-4297-9A59-38B3E963B47B}" type="presParOf" srcId="{FF786397-04FC-43DD-B7EE-B3943A46C920}" destId="{740C5C29-9641-470A-8CF1-98DCF1E70D25}" srcOrd="0" destOrd="0" presId="urn:microsoft.com/office/officeart/2005/8/layout/hierarchy1"/>
    <dgm:cxn modelId="{68B93F3A-64F4-48E1-8B7B-A18F2BECABE3}" type="presParOf" srcId="{FF786397-04FC-43DD-B7EE-B3943A46C920}" destId="{26243D0F-49E9-4624-B9D1-DA584AED8B03}" srcOrd="1" destOrd="0" presId="urn:microsoft.com/office/officeart/2005/8/layout/hierarchy1"/>
    <dgm:cxn modelId="{40AA4635-06A4-4E28-B296-26AA28E4C3C0}" type="presParOf" srcId="{F95FBEFE-E229-41F4-9F58-25D87539366F}" destId="{DC288CCA-5151-4A8A-827C-AE5AB0922800}" srcOrd="1" destOrd="0" presId="urn:microsoft.com/office/officeart/2005/8/layout/hierarchy1"/>
    <dgm:cxn modelId="{F6875512-E73F-4D81-8D51-3221DEF970B2}" type="presParOf" srcId="{DC288CCA-5151-4A8A-827C-AE5AB0922800}" destId="{60EDBC92-32A1-49F9-94E9-7483DDE7E40B}" srcOrd="0" destOrd="0" presId="urn:microsoft.com/office/officeart/2005/8/layout/hierarchy1"/>
    <dgm:cxn modelId="{D9E591AF-D539-4006-9625-76B4F163E778}" type="presParOf" srcId="{DC288CCA-5151-4A8A-827C-AE5AB0922800}" destId="{784B2152-333D-45E1-8B1E-20B4CB2E25FC}" srcOrd="1" destOrd="0" presId="urn:microsoft.com/office/officeart/2005/8/layout/hierarchy1"/>
    <dgm:cxn modelId="{D1D7EF89-4AAC-4D3E-B5AD-46AD2EAA3083}" type="presParOf" srcId="{784B2152-333D-45E1-8B1E-20B4CB2E25FC}" destId="{D5A2DD7C-2287-4D45-81D5-691AF7868779}" srcOrd="0" destOrd="0" presId="urn:microsoft.com/office/officeart/2005/8/layout/hierarchy1"/>
    <dgm:cxn modelId="{165B4C9E-85AF-4BA2-B7BA-01E383048EB1}" type="presParOf" srcId="{D5A2DD7C-2287-4D45-81D5-691AF7868779}" destId="{55A5E781-0B7B-412D-A76A-DE507C15BC6C}" srcOrd="0" destOrd="0" presId="urn:microsoft.com/office/officeart/2005/8/layout/hierarchy1"/>
    <dgm:cxn modelId="{F7561543-91E5-499D-BF69-704867184707}" type="presParOf" srcId="{D5A2DD7C-2287-4D45-81D5-691AF7868779}" destId="{EC5F7CD7-92BD-4380-AF1B-AB0D2D7DB8B2}" srcOrd="1" destOrd="0" presId="urn:microsoft.com/office/officeart/2005/8/layout/hierarchy1"/>
    <dgm:cxn modelId="{CEE57DF0-F0D1-43C3-BB22-1DC18C2E176D}" type="presParOf" srcId="{784B2152-333D-45E1-8B1E-20B4CB2E25FC}" destId="{855E306D-A0D6-4784-BDD9-681D864FA3C1}" srcOrd="1" destOrd="0" presId="urn:microsoft.com/office/officeart/2005/8/layout/hierarchy1"/>
    <dgm:cxn modelId="{12024671-358F-4122-B358-29269C2C98C9}" type="presParOf" srcId="{855E306D-A0D6-4784-BDD9-681D864FA3C1}" destId="{4144F264-8FB6-4B71-9657-FC3DAC0E387B}" srcOrd="0" destOrd="0" presId="urn:microsoft.com/office/officeart/2005/8/layout/hierarchy1"/>
    <dgm:cxn modelId="{5191CFE8-3CF7-44F4-9421-76ABAB372596}" type="presParOf" srcId="{855E306D-A0D6-4784-BDD9-681D864FA3C1}" destId="{E7FCE27B-A26E-479A-A3FE-7D4920D0ADB7}" srcOrd="1" destOrd="0" presId="urn:microsoft.com/office/officeart/2005/8/layout/hierarchy1"/>
    <dgm:cxn modelId="{15CD6906-E2AA-4597-B6E1-41949732ACC6}" type="presParOf" srcId="{E7FCE27B-A26E-479A-A3FE-7D4920D0ADB7}" destId="{9F8FF3D7-BAB5-47F6-A315-FC4DE3F6933B}" srcOrd="0" destOrd="0" presId="urn:microsoft.com/office/officeart/2005/8/layout/hierarchy1"/>
    <dgm:cxn modelId="{9308A4AE-734F-4275-B16A-5A8824E6B0AD}" type="presParOf" srcId="{9F8FF3D7-BAB5-47F6-A315-FC4DE3F6933B}" destId="{7C128272-073D-4FB3-9A9A-740C16F04C5A}" srcOrd="0" destOrd="0" presId="urn:microsoft.com/office/officeart/2005/8/layout/hierarchy1"/>
    <dgm:cxn modelId="{FEE6BB8E-0270-4E5C-8180-A49C4C65C7E1}" type="presParOf" srcId="{9F8FF3D7-BAB5-47F6-A315-FC4DE3F6933B}" destId="{818572EA-FC07-428B-B9B8-080DD1FF6294}" srcOrd="1" destOrd="0" presId="urn:microsoft.com/office/officeart/2005/8/layout/hierarchy1"/>
    <dgm:cxn modelId="{FE07F219-C81E-4555-A42F-9402973DB155}" type="presParOf" srcId="{E7FCE27B-A26E-479A-A3FE-7D4920D0ADB7}" destId="{B6788280-4055-4965-9F3E-B21505A4DC74}" srcOrd="1" destOrd="0" presId="urn:microsoft.com/office/officeart/2005/8/layout/hierarchy1"/>
    <dgm:cxn modelId="{EDA617B8-4DC7-42DA-A7E1-BE99232054D5}" type="presParOf" srcId="{855E306D-A0D6-4784-BDD9-681D864FA3C1}" destId="{F8B48F89-18CB-4559-9735-E107366A319D}" srcOrd="2" destOrd="0" presId="urn:microsoft.com/office/officeart/2005/8/layout/hierarchy1"/>
    <dgm:cxn modelId="{0C8B7561-3B31-4A31-A696-BC7609236994}" type="presParOf" srcId="{855E306D-A0D6-4784-BDD9-681D864FA3C1}" destId="{7D8A9E7D-E177-4911-9DB7-7073C0F74771}" srcOrd="3" destOrd="0" presId="urn:microsoft.com/office/officeart/2005/8/layout/hierarchy1"/>
    <dgm:cxn modelId="{8FAD1915-807C-494D-AD13-B868ADCF8E62}" type="presParOf" srcId="{7D8A9E7D-E177-4911-9DB7-7073C0F74771}" destId="{2293BA4B-0CF2-4F1B-9CFC-A7528041DDC4}" srcOrd="0" destOrd="0" presId="urn:microsoft.com/office/officeart/2005/8/layout/hierarchy1"/>
    <dgm:cxn modelId="{30C8982A-556E-491B-8E2E-93513A7B3372}" type="presParOf" srcId="{2293BA4B-0CF2-4F1B-9CFC-A7528041DDC4}" destId="{8F05C8A6-EEFB-4514-AF7C-E8E88B972781}" srcOrd="0" destOrd="0" presId="urn:microsoft.com/office/officeart/2005/8/layout/hierarchy1"/>
    <dgm:cxn modelId="{57F6DB4C-44ED-40CA-8E19-DF40916BBF75}" type="presParOf" srcId="{2293BA4B-0CF2-4F1B-9CFC-A7528041DDC4}" destId="{D4692811-3C60-47C3-BA41-533DC48F95E9}" srcOrd="1" destOrd="0" presId="urn:microsoft.com/office/officeart/2005/8/layout/hierarchy1"/>
    <dgm:cxn modelId="{645DC457-6F33-4EA2-8C69-6E71FED79241}" type="presParOf" srcId="{7D8A9E7D-E177-4911-9DB7-7073C0F74771}" destId="{2333C867-049C-4A11-9DE2-30DB58858611}" srcOrd="1" destOrd="0" presId="urn:microsoft.com/office/officeart/2005/8/layout/hierarchy1"/>
    <dgm:cxn modelId="{C78F7C59-2011-4C08-97CF-4EAB316415ED}" type="presParOf" srcId="{855E306D-A0D6-4784-BDD9-681D864FA3C1}" destId="{536065B2-22FE-409F-8EAF-861CC4107590}" srcOrd="4" destOrd="0" presId="urn:microsoft.com/office/officeart/2005/8/layout/hierarchy1"/>
    <dgm:cxn modelId="{C34B4C8A-6A9D-451C-A255-F37FC2C762F4}" type="presParOf" srcId="{855E306D-A0D6-4784-BDD9-681D864FA3C1}" destId="{211CEE7E-B5A5-431C-A813-BA6E9D20A880}" srcOrd="5" destOrd="0" presId="urn:microsoft.com/office/officeart/2005/8/layout/hierarchy1"/>
    <dgm:cxn modelId="{7039F22B-42AA-4293-8EA3-C668877C876A}" type="presParOf" srcId="{211CEE7E-B5A5-431C-A813-BA6E9D20A880}" destId="{326C1B2A-20B9-4C16-9E03-3ED0C2563D62}" srcOrd="0" destOrd="0" presId="urn:microsoft.com/office/officeart/2005/8/layout/hierarchy1"/>
    <dgm:cxn modelId="{6498AD45-139E-4DF5-9386-C05A72A6DE81}" type="presParOf" srcId="{326C1B2A-20B9-4C16-9E03-3ED0C2563D62}" destId="{0223F492-C95A-4803-AEF4-13AB54592055}" srcOrd="0" destOrd="0" presId="urn:microsoft.com/office/officeart/2005/8/layout/hierarchy1"/>
    <dgm:cxn modelId="{0CA54D0A-8CC2-45AB-851E-B85E2E2E6692}" type="presParOf" srcId="{326C1B2A-20B9-4C16-9E03-3ED0C2563D62}" destId="{B73D9AFD-9D06-4B08-B984-9F6A707D953F}" srcOrd="1" destOrd="0" presId="urn:microsoft.com/office/officeart/2005/8/layout/hierarchy1"/>
    <dgm:cxn modelId="{FEAE109A-1680-4FDE-B589-5867C28977AD}" type="presParOf" srcId="{211CEE7E-B5A5-431C-A813-BA6E9D20A880}" destId="{2D7A69EC-E5AB-4E5B-BF1C-20EC86E87C03}" srcOrd="1" destOrd="0" presId="urn:microsoft.com/office/officeart/2005/8/layout/hierarchy1"/>
    <dgm:cxn modelId="{C779C6E5-4A96-465F-BC7C-3AD9956F7759}" type="presParOf" srcId="{DC288CCA-5151-4A8A-827C-AE5AB0922800}" destId="{2309E421-38BA-4FB4-88C8-EC230A63CD48}" srcOrd="2" destOrd="0" presId="urn:microsoft.com/office/officeart/2005/8/layout/hierarchy1"/>
    <dgm:cxn modelId="{98ACAD3D-56EE-4EAB-B831-D22970A21C96}" type="presParOf" srcId="{DC288CCA-5151-4A8A-827C-AE5AB0922800}" destId="{1553F5EE-055A-483A-8097-84978D6D5335}" srcOrd="3" destOrd="0" presId="urn:microsoft.com/office/officeart/2005/8/layout/hierarchy1"/>
    <dgm:cxn modelId="{34ADCA6C-44B3-4DB9-B0B9-87E9702CEF6F}" type="presParOf" srcId="{1553F5EE-055A-483A-8097-84978D6D5335}" destId="{EB3F8F48-1DF5-4DC6-AAE2-68E7DB803A88}" srcOrd="0" destOrd="0" presId="urn:microsoft.com/office/officeart/2005/8/layout/hierarchy1"/>
    <dgm:cxn modelId="{31872028-7A89-4E75-92FE-AC6F3000AC78}" type="presParOf" srcId="{EB3F8F48-1DF5-4DC6-AAE2-68E7DB803A88}" destId="{2517B15E-F8A3-4B0D-84C6-9ADF1836C397}" srcOrd="0" destOrd="0" presId="urn:microsoft.com/office/officeart/2005/8/layout/hierarchy1"/>
    <dgm:cxn modelId="{B9131197-CAC4-47E6-9710-5E9B95C5D3E3}" type="presParOf" srcId="{EB3F8F48-1DF5-4DC6-AAE2-68E7DB803A88}" destId="{54CDEA14-F245-48F4-9832-125065A01019}" srcOrd="1" destOrd="0" presId="urn:microsoft.com/office/officeart/2005/8/layout/hierarchy1"/>
    <dgm:cxn modelId="{28D97715-F5EF-43FC-B67F-A42D5E33A38B}" type="presParOf" srcId="{1553F5EE-055A-483A-8097-84978D6D5335}" destId="{6D7175A8-8A47-432E-9EDE-D72145730742}" srcOrd="1" destOrd="0" presId="urn:microsoft.com/office/officeart/2005/8/layout/hierarchy1"/>
    <dgm:cxn modelId="{DF088704-A693-4181-BAD0-64D33AF18239}" type="presParOf" srcId="{DC288CCA-5151-4A8A-827C-AE5AB0922800}" destId="{A540D9FD-1B12-42A2-AA38-93A542AF12D5}" srcOrd="4" destOrd="0" presId="urn:microsoft.com/office/officeart/2005/8/layout/hierarchy1"/>
    <dgm:cxn modelId="{AD775479-8431-403E-A6F9-CE30F813B732}" type="presParOf" srcId="{DC288CCA-5151-4A8A-827C-AE5AB0922800}" destId="{7A71156C-3AAB-40AA-8652-836AC97AD70D}" srcOrd="5" destOrd="0" presId="urn:microsoft.com/office/officeart/2005/8/layout/hierarchy1"/>
    <dgm:cxn modelId="{CEEFE7E5-F61B-41CD-8776-B702480809B4}" type="presParOf" srcId="{7A71156C-3AAB-40AA-8652-836AC97AD70D}" destId="{17315DFF-3069-4F2C-947E-33189B3238B3}" srcOrd="0" destOrd="0" presId="urn:microsoft.com/office/officeart/2005/8/layout/hierarchy1"/>
    <dgm:cxn modelId="{A9D0C82B-CCDD-4D9E-A169-4294F72A54A5}" type="presParOf" srcId="{17315DFF-3069-4F2C-947E-33189B3238B3}" destId="{277DCC10-3C4C-4DBB-8FF7-241E4E11B661}" srcOrd="0" destOrd="0" presId="urn:microsoft.com/office/officeart/2005/8/layout/hierarchy1"/>
    <dgm:cxn modelId="{FD782C10-057C-4808-AA24-8DE8E831D9FA}" type="presParOf" srcId="{17315DFF-3069-4F2C-947E-33189B3238B3}" destId="{5374055F-39FB-40D0-A07F-66B5102D7CE2}" srcOrd="1" destOrd="0" presId="urn:microsoft.com/office/officeart/2005/8/layout/hierarchy1"/>
    <dgm:cxn modelId="{E19CAA51-454C-4F2F-91F6-1E79108FD85E}" type="presParOf" srcId="{7A71156C-3AAB-40AA-8652-836AC97AD70D}" destId="{40C3AE53-E536-4348-A854-D334C1140080}" srcOrd="1" destOrd="0" presId="urn:microsoft.com/office/officeart/2005/8/layout/hierarchy1"/>
    <dgm:cxn modelId="{37AA4970-DCB6-4877-8645-9DB5BC2B5182}" type="presParOf" srcId="{40C3AE53-E536-4348-A854-D334C1140080}" destId="{1249E27C-B074-4DEE-A51C-C1F2485C074D}" srcOrd="0" destOrd="0" presId="urn:microsoft.com/office/officeart/2005/8/layout/hierarchy1"/>
    <dgm:cxn modelId="{48E0E5F6-A587-44DD-93AA-0D4F03168622}" type="presParOf" srcId="{40C3AE53-E536-4348-A854-D334C1140080}" destId="{D08B11E9-2500-4C67-B147-18269A406081}" srcOrd="1" destOrd="0" presId="urn:microsoft.com/office/officeart/2005/8/layout/hierarchy1"/>
    <dgm:cxn modelId="{BBED40D5-DC40-449C-950B-A42FB49F9784}" type="presParOf" srcId="{D08B11E9-2500-4C67-B147-18269A406081}" destId="{7C51CF49-10ED-41C4-AE78-3013EC2B438F}" srcOrd="0" destOrd="0" presId="urn:microsoft.com/office/officeart/2005/8/layout/hierarchy1"/>
    <dgm:cxn modelId="{220D8F36-DCC3-491B-97BD-CAAD5E843573}" type="presParOf" srcId="{7C51CF49-10ED-41C4-AE78-3013EC2B438F}" destId="{95CD6972-2B11-4909-9984-F2181DCEF4AB}" srcOrd="0" destOrd="0" presId="urn:microsoft.com/office/officeart/2005/8/layout/hierarchy1"/>
    <dgm:cxn modelId="{934E33C3-FA47-4A43-9ADF-029C6985F8DB}" type="presParOf" srcId="{7C51CF49-10ED-41C4-AE78-3013EC2B438F}" destId="{2C3D440A-D67F-442B-86C6-4864E8A61D40}" srcOrd="1" destOrd="0" presId="urn:microsoft.com/office/officeart/2005/8/layout/hierarchy1"/>
    <dgm:cxn modelId="{888CE717-A1FB-43E1-B309-B6DE45AE0000}" type="presParOf" srcId="{D08B11E9-2500-4C67-B147-18269A406081}" destId="{E0357B70-7374-4561-9E41-68FAD9F28DD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7C8040A-4875-4FD0-910C-882566E3BA1E}" type="doc">
      <dgm:prSet loTypeId="urn:microsoft.com/office/officeart/2008/layout/AlternatingHexagon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E7E9E394-9504-4980-88EB-66A662B0F111}">
      <dgm:prSet phldrT="[Text]" custT="1"/>
      <dgm:spPr/>
      <dgm:t>
        <a:bodyPr/>
        <a:lstStyle/>
        <a:p>
          <a:r>
            <a:rPr lang="en-GB" sz="2000" dirty="0" smtClean="0"/>
            <a:t>HRIS</a:t>
          </a:r>
          <a:endParaRPr lang="en-GB" sz="2000" dirty="0"/>
        </a:p>
      </dgm:t>
    </dgm:pt>
    <dgm:pt modelId="{BAF9A357-7B39-4905-BC2A-718E27411EDA}" type="parTrans" cxnId="{9025DA99-1180-434F-8FCC-379DC70E5572}">
      <dgm:prSet/>
      <dgm:spPr/>
      <dgm:t>
        <a:bodyPr/>
        <a:lstStyle/>
        <a:p>
          <a:endParaRPr lang="en-GB"/>
        </a:p>
      </dgm:t>
    </dgm:pt>
    <dgm:pt modelId="{EE87F12C-0A69-4BA3-847C-4D2060A9B55F}" type="sibTrans" cxnId="{9025DA99-1180-434F-8FCC-379DC70E5572}">
      <dgm:prSet custT="1"/>
      <dgm:spPr/>
      <dgm:t>
        <a:bodyPr/>
        <a:lstStyle/>
        <a:p>
          <a:r>
            <a:rPr lang="en-GB" sz="2000" dirty="0" smtClean="0"/>
            <a:t>ERP</a:t>
          </a:r>
          <a:endParaRPr lang="en-GB" sz="2000" dirty="0"/>
        </a:p>
      </dgm:t>
    </dgm:pt>
    <dgm:pt modelId="{35AEDC73-2413-4B6E-8131-F3CBF22BAE2B}">
      <dgm:prSet phldrT="[Text]" phldr="1"/>
      <dgm:spPr/>
      <dgm:t>
        <a:bodyPr/>
        <a:lstStyle/>
        <a:p>
          <a:endParaRPr lang="en-GB" dirty="0"/>
        </a:p>
      </dgm:t>
    </dgm:pt>
    <dgm:pt modelId="{D2EC7F39-299E-4750-A46D-DD494844257C}" type="parTrans" cxnId="{C7E85D0A-039F-49C3-935B-3BD4C7C7AA95}">
      <dgm:prSet/>
      <dgm:spPr/>
      <dgm:t>
        <a:bodyPr/>
        <a:lstStyle/>
        <a:p>
          <a:endParaRPr lang="en-GB"/>
        </a:p>
      </dgm:t>
    </dgm:pt>
    <dgm:pt modelId="{AB4E8366-BBA6-41AB-9C54-910AC2E0B896}" type="sibTrans" cxnId="{C7E85D0A-039F-49C3-935B-3BD4C7C7AA95}">
      <dgm:prSet/>
      <dgm:spPr/>
      <dgm:t>
        <a:bodyPr/>
        <a:lstStyle/>
        <a:p>
          <a:endParaRPr lang="en-GB"/>
        </a:p>
      </dgm:t>
    </dgm:pt>
    <dgm:pt modelId="{7139D36E-4289-4651-A334-9BA0102B73C4}">
      <dgm:prSet phldrT="[Text]" custT="1"/>
      <dgm:spPr/>
      <dgm:t>
        <a:bodyPr/>
        <a:lstStyle/>
        <a:p>
          <a:r>
            <a:rPr lang="en-GB" sz="2000" dirty="0" smtClean="0"/>
            <a:t>PLM</a:t>
          </a:r>
          <a:endParaRPr lang="en-GB" sz="2000" dirty="0"/>
        </a:p>
      </dgm:t>
    </dgm:pt>
    <dgm:pt modelId="{EDFFC453-6128-49A3-82CC-2F54AF2CB424}" type="parTrans" cxnId="{B07756B4-605C-4B18-BC38-0ED307958A28}">
      <dgm:prSet/>
      <dgm:spPr/>
      <dgm:t>
        <a:bodyPr/>
        <a:lstStyle/>
        <a:p>
          <a:endParaRPr lang="en-GB"/>
        </a:p>
      </dgm:t>
    </dgm:pt>
    <dgm:pt modelId="{1D2F5AB5-4D7E-4A82-AD29-23EFFCF012CE}" type="sibTrans" cxnId="{B07756B4-605C-4B18-BC38-0ED307958A28}">
      <dgm:prSet custT="1"/>
      <dgm:spPr/>
      <dgm:t>
        <a:bodyPr/>
        <a:lstStyle/>
        <a:p>
          <a:r>
            <a:rPr lang="en-GB" sz="2000" dirty="0" smtClean="0"/>
            <a:t>CAD</a:t>
          </a:r>
          <a:endParaRPr lang="en-GB" sz="2000" dirty="0"/>
        </a:p>
      </dgm:t>
    </dgm:pt>
    <dgm:pt modelId="{EEB8A017-F8AE-450C-B57F-F7FEF835F0D7}">
      <dgm:prSet phldrT="[Text]" phldr="1"/>
      <dgm:spPr/>
      <dgm:t>
        <a:bodyPr/>
        <a:lstStyle/>
        <a:p>
          <a:endParaRPr lang="en-GB" dirty="0"/>
        </a:p>
      </dgm:t>
    </dgm:pt>
    <dgm:pt modelId="{C1FD5D0B-6C8B-4313-A689-490B2551FC8D}" type="parTrans" cxnId="{487EB2C4-7029-47B7-8F96-D8B35C1F27B6}">
      <dgm:prSet/>
      <dgm:spPr/>
      <dgm:t>
        <a:bodyPr/>
        <a:lstStyle/>
        <a:p>
          <a:endParaRPr lang="en-GB"/>
        </a:p>
      </dgm:t>
    </dgm:pt>
    <dgm:pt modelId="{3B6A2AD5-D48C-4607-B357-70ABAE3AFAB7}" type="sibTrans" cxnId="{487EB2C4-7029-47B7-8F96-D8B35C1F27B6}">
      <dgm:prSet/>
      <dgm:spPr/>
      <dgm:t>
        <a:bodyPr/>
        <a:lstStyle/>
        <a:p>
          <a:endParaRPr lang="en-GB"/>
        </a:p>
      </dgm:t>
    </dgm:pt>
    <dgm:pt modelId="{DB2069BA-2F67-4530-ABE8-7EB05301D798}">
      <dgm:prSet phldrT="[Text]" custT="1"/>
      <dgm:spPr/>
      <dgm:t>
        <a:bodyPr/>
        <a:lstStyle/>
        <a:p>
          <a:r>
            <a:rPr lang="en-GB" sz="2000" dirty="0" smtClean="0"/>
            <a:t>Apps</a:t>
          </a:r>
          <a:endParaRPr lang="en-GB" sz="2000" dirty="0"/>
        </a:p>
      </dgm:t>
    </dgm:pt>
    <dgm:pt modelId="{FF148CC3-0813-4318-93C1-E9523359C7EE}" type="parTrans" cxnId="{C09AF45A-8506-4B30-ABAC-1D208336D7F7}">
      <dgm:prSet/>
      <dgm:spPr/>
      <dgm:t>
        <a:bodyPr/>
        <a:lstStyle/>
        <a:p>
          <a:endParaRPr lang="en-GB"/>
        </a:p>
      </dgm:t>
    </dgm:pt>
    <dgm:pt modelId="{EE58C3BB-49BC-462B-9290-390271F718DE}" type="sibTrans" cxnId="{C09AF45A-8506-4B30-ABAC-1D208336D7F7}">
      <dgm:prSet custT="1"/>
      <dgm:spPr/>
      <dgm:t>
        <a:bodyPr/>
        <a:lstStyle/>
        <a:p>
          <a:r>
            <a:rPr lang="en-GB" sz="2000" dirty="0" smtClean="0"/>
            <a:t>DMS</a:t>
          </a:r>
          <a:endParaRPr lang="en-GB" sz="2000" dirty="0"/>
        </a:p>
      </dgm:t>
    </dgm:pt>
    <dgm:pt modelId="{4615948C-F8C4-4700-86DF-761FFB42B137}">
      <dgm:prSet phldrT="[Text]" phldr="1"/>
      <dgm:spPr/>
      <dgm:t>
        <a:bodyPr/>
        <a:lstStyle/>
        <a:p>
          <a:endParaRPr lang="en-GB" dirty="0"/>
        </a:p>
      </dgm:t>
    </dgm:pt>
    <dgm:pt modelId="{BB87FBB1-71ED-46CE-BAA6-F0272F82EE1A}" type="parTrans" cxnId="{733FA6C8-7414-4A34-9DB6-5D4E79E4E4C8}">
      <dgm:prSet/>
      <dgm:spPr/>
      <dgm:t>
        <a:bodyPr/>
        <a:lstStyle/>
        <a:p>
          <a:endParaRPr lang="en-GB"/>
        </a:p>
      </dgm:t>
    </dgm:pt>
    <dgm:pt modelId="{7AFCA748-AD91-4478-A8C5-3BB0A148D69A}" type="sibTrans" cxnId="{733FA6C8-7414-4A34-9DB6-5D4E79E4E4C8}">
      <dgm:prSet/>
      <dgm:spPr/>
      <dgm:t>
        <a:bodyPr/>
        <a:lstStyle/>
        <a:p>
          <a:endParaRPr lang="en-GB"/>
        </a:p>
      </dgm:t>
    </dgm:pt>
    <dgm:pt modelId="{AE03FA61-78C6-4588-94A3-401745026354}">
      <dgm:prSet phldrT="[Text]" custT="1"/>
      <dgm:spPr/>
      <dgm:t>
        <a:bodyPr/>
        <a:lstStyle/>
        <a:p>
          <a:r>
            <a:rPr lang="en-GB" sz="2000" smtClean="0"/>
            <a:t>Intranet</a:t>
          </a:r>
          <a:endParaRPr lang="en-GB" sz="2000" dirty="0"/>
        </a:p>
      </dgm:t>
    </dgm:pt>
    <dgm:pt modelId="{9414A8FB-20AF-4209-AF33-9B4AADD13CD0}" type="parTrans" cxnId="{500975F5-9844-4263-A2B6-70A412A60284}">
      <dgm:prSet/>
      <dgm:spPr/>
      <dgm:t>
        <a:bodyPr/>
        <a:lstStyle/>
        <a:p>
          <a:endParaRPr lang="en-GB"/>
        </a:p>
      </dgm:t>
    </dgm:pt>
    <dgm:pt modelId="{0DFF81D2-49D1-4715-A416-621C20BBC027}" type="sibTrans" cxnId="{500975F5-9844-4263-A2B6-70A412A60284}">
      <dgm:prSet custT="1"/>
      <dgm:spPr/>
      <dgm:t>
        <a:bodyPr/>
        <a:lstStyle/>
        <a:p>
          <a:r>
            <a:rPr lang="en-GB" sz="2000" dirty="0" smtClean="0"/>
            <a:t>…</a:t>
          </a:r>
          <a:endParaRPr lang="en-GB" sz="2000" dirty="0"/>
        </a:p>
      </dgm:t>
    </dgm:pt>
    <dgm:pt modelId="{011387D6-BB34-4CBD-8EDC-2C078AFD2845}" type="pres">
      <dgm:prSet presAssocID="{A7C8040A-4875-4FD0-910C-882566E3BA1E}" presName="Name0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en-GB"/>
        </a:p>
      </dgm:t>
    </dgm:pt>
    <dgm:pt modelId="{4324D937-436E-4B5D-A3FD-A55361CF3EC7}" type="pres">
      <dgm:prSet presAssocID="{E7E9E394-9504-4980-88EB-66A662B0F111}" presName="composite" presStyleCnt="0"/>
      <dgm:spPr/>
    </dgm:pt>
    <dgm:pt modelId="{3EC5C9B2-C270-46A3-8E5B-330F747B0D88}" type="pres">
      <dgm:prSet presAssocID="{E7E9E394-9504-4980-88EB-66A662B0F111}" presName="Parent1" presStyleLbl="node1" presStyleIdx="0" presStyleCnt="8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AD6F1B2D-9BAB-4A86-A520-F9BBFB5675B4}" type="pres">
      <dgm:prSet presAssocID="{E7E9E394-9504-4980-88EB-66A662B0F111}" presName="Childtext1" presStyleLbl="revTx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B47B2832-736A-4F97-BBC4-569E1B026F4D}" type="pres">
      <dgm:prSet presAssocID="{E7E9E394-9504-4980-88EB-66A662B0F111}" presName="BalanceSpacing" presStyleCnt="0"/>
      <dgm:spPr/>
    </dgm:pt>
    <dgm:pt modelId="{CC0FBCD7-8714-4AEF-A40C-A4DEB11BD23E}" type="pres">
      <dgm:prSet presAssocID="{E7E9E394-9504-4980-88EB-66A662B0F111}" presName="BalanceSpacing1" presStyleCnt="0"/>
      <dgm:spPr/>
    </dgm:pt>
    <dgm:pt modelId="{A6221CE3-C4AC-468E-830C-92AB8A88C792}" type="pres">
      <dgm:prSet presAssocID="{EE87F12C-0A69-4BA3-847C-4D2060A9B55F}" presName="Accent1Text" presStyleLbl="node1" presStyleIdx="1" presStyleCnt="8"/>
      <dgm:spPr/>
      <dgm:t>
        <a:bodyPr/>
        <a:lstStyle/>
        <a:p>
          <a:endParaRPr lang="en-GB"/>
        </a:p>
      </dgm:t>
    </dgm:pt>
    <dgm:pt modelId="{86B1553C-B481-4BD0-B07A-0AF5D0EDD474}" type="pres">
      <dgm:prSet presAssocID="{EE87F12C-0A69-4BA3-847C-4D2060A9B55F}" presName="spaceBetweenRectangles" presStyleCnt="0"/>
      <dgm:spPr/>
    </dgm:pt>
    <dgm:pt modelId="{4280AB93-B3D6-40AD-B4FC-213BE4D36843}" type="pres">
      <dgm:prSet presAssocID="{7139D36E-4289-4651-A334-9BA0102B73C4}" presName="composite" presStyleCnt="0"/>
      <dgm:spPr/>
    </dgm:pt>
    <dgm:pt modelId="{89CF2B4D-8EE3-4303-BE59-6B1831E67C44}" type="pres">
      <dgm:prSet presAssocID="{7139D36E-4289-4651-A334-9BA0102B73C4}" presName="Parent1" presStyleLbl="node1" presStyleIdx="2" presStyleCnt="8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49CF29B0-A7B7-4FC7-9215-2CCEF1475892}" type="pres">
      <dgm:prSet presAssocID="{7139D36E-4289-4651-A334-9BA0102B73C4}" presName="Childtext1" presStyleLbl="revTx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22ADC1C6-900A-49DD-8516-BADDBCA86A2D}" type="pres">
      <dgm:prSet presAssocID="{7139D36E-4289-4651-A334-9BA0102B73C4}" presName="BalanceSpacing" presStyleCnt="0"/>
      <dgm:spPr/>
    </dgm:pt>
    <dgm:pt modelId="{3AABB19F-CD32-436B-AF84-8A06DCC54D5E}" type="pres">
      <dgm:prSet presAssocID="{7139D36E-4289-4651-A334-9BA0102B73C4}" presName="BalanceSpacing1" presStyleCnt="0"/>
      <dgm:spPr/>
    </dgm:pt>
    <dgm:pt modelId="{6D6BA26F-3EAA-4DA0-B33E-3864A83D814F}" type="pres">
      <dgm:prSet presAssocID="{1D2F5AB5-4D7E-4A82-AD29-23EFFCF012CE}" presName="Accent1Text" presStyleLbl="node1" presStyleIdx="3" presStyleCnt="8"/>
      <dgm:spPr/>
      <dgm:t>
        <a:bodyPr/>
        <a:lstStyle/>
        <a:p>
          <a:endParaRPr lang="en-GB"/>
        </a:p>
      </dgm:t>
    </dgm:pt>
    <dgm:pt modelId="{CA1689B5-C492-47C0-B725-DEDBCD9D930A}" type="pres">
      <dgm:prSet presAssocID="{1D2F5AB5-4D7E-4A82-AD29-23EFFCF012CE}" presName="spaceBetweenRectangles" presStyleCnt="0"/>
      <dgm:spPr/>
    </dgm:pt>
    <dgm:pt modelId="{2FA9A98B-0F01-4C03-BF9A-2FB028BA704C}" type="pres">
      <dgm:prSet presAssocID="{DB2069BA-2F67-4530-ABE8-7EB05301D798}" presName="composite" presStyleCnt="0"/>
      <dgm:spPr/>
    </dgm:pt>
    <dgm:pt modelId="{1337574E-5A1E-44CE-B4EB-27275A62F5EB}" type="pres">
      <dgm:prSet presAssocID="{DB2069BA-2F67-4530-ABE8-7EB05301D798}" presName="Parent1" presStyleLbl="node1" presStyleIdx="4" presStyleCnt="8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11E31C06-BA01-4165-AB20-0D231852A62B}" type="pres">
      <dgm:prSet presAssocID="{DB2069BA-2F67-4530-ABE8-7EB05301D798}" presName="Childtext1" presStyleLbl="revTx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E11C6B51-F3B6-4726-9E99-1C512C7C99DB}" type="pres">
      <dgm:prSet presAssocID="{DB2069BA-2F67-4530-ABE8-7EB05301D798}" presName="BalanceSpacing" presStyleCnt="0"/>
      <dgm:spPr/>
    </dgm:pt>
    <dgm:pt modelId="{22CF6F4C-4855-4800-A691-3E80AFC59A01}" type="pres">
      <dgm:prSet presAssocID="{DB2069BA-2F67-4530-ABE8-7EB05301D798}" presName="BalanceSpacing1" presStyleCnt="0"/>
      <dgm:spPr/>
    </dgm:pt>
    <dgm:pt modelId="{A9C77E33-64A3-430C-BAB2-47B0991A9039}" type="pres">
      <dgm:prSet presAssocID="{EE58C3BB-49BC-462B-9290-390271F718DE}" presName="Accent1Text" presStyleLbl="node1" presStyleIdx="5" presStyleCnt="8"/>
      <dgm:spPr/>
      <dgm:t>
        <a:bodyPr/>
        <a:lstStyle/>
        <a:p>
          <a:endParaRPr lang="en-GB"/>
        </a:p>
      </dgm:t>
    </dgm:pt>
    <dgm:pt modelId="{E020E670-94C0-4F08-9345-3E6F8CD53556}" type="pres">
      <dgm:prSet presAssocID="{EE58C3BB-49BC-462B-9290-390271F718DE}" presName="spaceBetweenRectangles" presStyleCnt="0"/>
      <dgm:spPr/>
    </dgm:pt>
    <dgm:pt modelId="{D029B9AF-AD10-4888-AA4E-3FB68D875563}" type="pres">
      <dgm:prSet presAssocID="{AE03FA61-78C6-4588-94A3-401745026354}" presName="composite" presStyleCnt="0"/>
      <dgm:spPr/>
    </dgm:pt>
    <dgm:pt modelId="{07FDE53A-B6B1-455C-8090-344304EEB02F}" type="pres">
      <dgm:prSet presAssocID="{AE03FA61-78C6-4588-94A3-401745026354}" presName="Parent1" presStyleLbl="node1" presStyleIdx="6" presStyleCnt="8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A3730BDB-9333-4267-8847-CB6E18C5DA3B}" type="pres">
      <dgm:prSet presAssocID="{AE03FA61-78C6-4588-94A3-401745026354}" presName="Childtext1" presStyleLbl="revTx" presStyleIdx="3" presStyleCnt="4">
        <dgm:presLayoutVars>
          <dgm:chMax val="0"/>
          <dgm:chPref val="0"/>
          <dgm:bulletEnabled val="1"/>
        </dgm:presLayoutVars>
      </dgm:prSet>
      <dgm:spPr/>
    </dgm:pt>
    <dgm:pt modelId="{B956479C-B3B8-4759-B4BA-118E26B6A72E}" type="pres">
      <dgm:prSet presAssocID="{AE03FA61-78C6-4588-94A3-401745026354}" presName="BalanceSpacing" presStyleCnt="0"/>
      <dgm:spPr/>
    </dgm:pt>
    <dgm:pt modelId="{2E986BDE-D07D-43C9-BDD8-7B1BDDF2DBD9}" type="pres">
      <dgm:prSet presAssocID="{AE03FA61-78C6-4588-94A3-401745026354}" presName="BalanceSpacing1" presStyleCnt="0"/>
      <dgm:spPr/>
    </dgm:pt>
    <dgm:pt modelId="{83B95B54-5FC6-4271-A0DB-EF5C40F372DA}" type="pres">
      <dgm:prSet presAssocID="{0DFF81D2-49D1-4715-A416-621C20BBC027}" presName="Accent1Text" presStyleLbl="node1" presStyleIdx="7" presStyleCnt="8"/>
      <dgm:spPr/>
      <dgm:t>
        <a:bodyPr/>
        <a:lstStyle/>
        <a:p>
          <a:endParaRPr lang="en-GB"/>
        </a:p>
      </dgm:t>
    </dgm:pt>
  </dgm:ptLst>
  <dgm:cxnLst>
    <dgm:cxn modelId="{500975F5-9844-4263-A2B6-70A412A60284}" srcId="{A7C8040A-4875-4FD0-910C-882566E3BA1E}" destId="{AE03FA61-78C6-4588-94A3-401745026354}" srcOrd="3" destOrd="0" parTransId="{9414A8FB-20AF-4209-AF33-9B4AADD13CD0}" sibTransId="{0DFF81D2-49D1-4715-A416-621C20BBC027}"/>
    <dgm:cxn modelId="{E8827A9A-7ED0-4F5C-8EDC-9DA9131CD38F}" type="presOf" srcId="{0DFF81D2-49D1-4715-A416-621C20BBC027}" destId="{83B95B54-5FC6-4271-A0DB-EF5C40F372DA}" srcOrd="0" destOrd="0" presId="urn:microsoft.com/office/officeart/2008/layout/AlternatingHexagons"/>
    <dgm:cxn modelId="{6B05A5C1-375A-4021-B715-EECE877C525E}" type="presOf" srcId="{4615948C-F8C4-4700-86DF-761FFB42B137}" destId="{11E31C06-BA01-4165-AB20-0D231852A62B}" srcOrd="0" destOrd="0" presId="urn:microsoft.com/office/officeart/2008/layout/AlternatingHexagons"/>
    <dgm:cxn modelId="{9025DA99-1180-434F-8FCC-379DC70E5572}" srcId="{A7C8040A-4875-4FD0-910C-882566E3BA1E}" destId="{E7E9E394-9504-4980-88EB-66A662B0F111}" srcOrd="0" destOrd="0" parTransId="{BAF9A357-7B39-4905-BC2A-718E27411EDA}" sibTransId="{EE87F12C-0A69-4BA3-847C-4D2060A9B55F}"/>
    <dgm:cxn modelId="{9A74C0F2-F388-44B9-B05E-106F99231DC3}" type="presOf" srcId="{EE58C3BB-49BC-462B-9290-390271F718DE}" destId="{A9C77E33-64A3-430C-BAB2-47B0991A9039}" srcOrd="0" destOrd="0" presId="urn:microsoft.com/office/officeart/2008/layout/AlternatingHexagons"/>
    <dgm:cxn modelId="{A018262F-69B4-4266-AE4F-1CCE61D66B86}" type="presOf" srcId="{EE87F12C-0A69-4BA3-847C-4D2060A9B55F}" destId="{A6221CE3-C4AC-468E-830C-92AB8A88C792}" srcOrd="0" destOrd="0" presId="urn:microsoft.com/office/officeart/2008/layout/AlternatingHexagons"/>
    <dgm:cxn modelId="{C09AF45A-8506-4B30-ABAC-1D208336D7F7}" srcId="{A7C8040A-4875-4FD0-910C-882566E3BA1E}" destId="{DB2069BA-2F67-4530-ABE8-7EB05301D798}" srcOrd="2" destOrd="0" parTransId="{FF148CC3-0813-4318-93C1-E9523359C7EE}" sibTransId="{EE58C3BB-49BC-462B-9290-390271F718DE}"/>
    <dgm:cxn modelId="{B07756B4-605C-4B18-BC38-0ED307958A28}" srcId="{A7C8040A-4875-4FD0-910C-882566E3BA1E}" destId="{7139D36E-4289-4651-A334-9BA0102B73C4}" srcOrd="1" destOrd="0" parTransId="{EDFFC453-6128-49A3-82CC-2F54AF2CB424}" sibTransId="{1D2F5AB5-4D7E-4A82-AD29-23EFFCF012CE}"/>
    <dgm:cxn modelId="{FE36B098-FCB1-46DD-9009-047CB51A37FB}" type="presOf" srcId="{E7E9E394-9504-4980-88EB-66A662B0F111}" destId="{3EC5C9B2-C270-46A3-8E5B-330F747B0D88}" srcOrd="0" destOrd="0" presId="urn:microsoft.com/office/officeart/2008/layout/AlternatingHexagons"/>
    <dgm:cxn modelId="{36CE5DF2-2A94-4D1C-A0D3-4BFBB8E77417}" type="presOf" srcId="{A7C8040A-4875-4FD0-910C-882566E3BA1E}" destId="{011387D6-BB34-4CBD-8EDC-2C078AFD2845}" srcOrd="0" destOrd="0" presId="urn:microsoft.com/office/officeart/2008/layout/AlternatingHexagons"/>
    <dgm:cxn modelId="{713C7776-7322-4913-AB52-5FB855592CFE}" type="presOf" srcId="{DB2069BA-2F67-4530-ABE8-7EB05301D798}" destId="{1337574E-5A1E-44CE-B4EB-27275A62F5EB}" srcOrd="0" destOrd="0" presId="urn:microsoft.com/office/officeart/2008/layout/AlternatingHexagons"/>
    <dgm:cxn modelId="{7A8EF146-DD08-47EC-9986-BBC2B47385E5}" type="presOf" srcId="{1D2F5AB5-4D7E-4A82-AD29-23EFFCF012CE}" destId="{6D6BA26F-3EAA-4DA0-B33E-3864A83D814F}" srcOrd="0" destOrd="0" presId="urn:microsoft.com/office/officeart/2008/layout/AlternatingHexagons"/>
    <dgm:cxn modelId="{FADAD0A2-D3FB-4606-993F-287802893B13}" type="presOf" srcId="{EEB8A017-F8AE-450C-B57F-F7FEF835F0D7}" destId="{49CF29B0-A7B7-4FC7-9215-2CCEF1475892}" srcOrd="0" destOrd="0" presId="urn:microsoft.com/office/officeart/2008/layout/AlternatingHexagons"/>
    <dgm:cxn modelId="{487EB2C4-7029-47B7-8F96-D8B35C1F27B6}" srcId="{7139D36E-4289-4651-A334-9BA0102B73C4}" destId="{EEB8A017-F8AE-450C-B57F-F7FEF835F0D7}" srcOrd="0" destOrd="0" parTransId="{C1FD5D0B-6C8B-4313-A689-490B2551FC8D}" sibTransId="{3B6A2AD5-D48C-4607-B357-70ABAE3AFAB7}"/>
    <dgm:cxn modelId="{B8F4FBDF-576A-4030-96C4-674098392540}" type="presOf" srcId="{35AEDC73-2413-4B6E-8131-F3CBF22BAE2B}" destId="{AD6F1B2D-9BAB-4A86-A520-F9BBFB5675B4}" srcOrd="0" destOrd="0" presId="urn:microsoft.com/office/officeart/2008/layout/AlternatingHexagons"/>
    <dgm:cxn modelId="{C7E85D0A-039F-49C3-935B-3BD4C7C7AA95}" srcId="{E7E9E394-9504-4980-88EB-66A662B0F111}" destId="{35AEDC73-2413-4B6E-8131-F3CBF22BAE2B}" srcOrd="0" destOrd="0" parTransId="{D2EC7F39-299E-4750-A46D-DD494844257C}" sibTransId="{AB4E8366-BBA6-41AB-9C54-910AC2E0B896}"/>
    <dgm:cxn modelId="{C1DF765C-2BFE-4308-A704-CB0ACC82AB0E}" type="presOf" srcId="{7139D36E-4289-4651-A334-9BA0102B73C4}" destId="{89CF2B4D-8EE3-4303-BE59-6B1831E67C44}" srcOrd="0" destOrd="0" presId="urn:microsoft.com/office/officeart/2008/layout/AlternatingHexagons"/>
    <dgm:cxn modelId="{733FA6C8-7414-4A34-9DB6-5D4E79E4E4C8}" srcId="{DB2069BA-2F67-4530-ABE8-7EB05301D798}" destId="{4615948C-F8C4-4700-86DF-761FFB42B137}" srcOrd="0" destOrd="0" parTransId="{BB87FBB1-71ED-46CE-BAA6-F0272F82EE1A}" sibTransId="{7AFCA748-AD91-4478-A8C5-3BB0A148D69A}"/>
    <dgm:cxn modelId="{E5990947-AB6D-43A3-9ABF-7D9994929583}" type="presOf" srcId="{AE03FA61-78C6-4588-94A3-401745026354}" destId="{07FDE53A-B6B1-455C-8090-344304EEB02F}" srcOrd="0" destOrd="0" presId="urn:microsoft.com/office/officeart/2008/layout/AlternatingHexagons"/>
    <dgm:cxn modelId="{70489E5E-8FC1-4D38-981B-CA9D887AD55A}" type="presParOf" srcId="{011387D6-BB34-4CBD-8EDC-2C078AFD2845}" destId="{4324D937-436E-4B5D-A3FD-A55361CF3EC7}" srcOrd="0" destOrd="0" presId="urn:microsoft.com/office/officeart/2008/layout/AlternatingHexagons"/>
    <dgm:cxn modelId="{887EB019-9913-43CB-BA8C-1040A65ECB3C}" type="presParOf" srcId="{4324D937-436E-4B5D-A3FD-A55361CF3EC7}" destId="{3EC5C9B2-C270-46A3-8E5B-330F747B0D88}" srcOrd="0" destOrd="0" presId="urn:microsoft.com/office/officeart/2008/layout/AlternatingHexagons"/>
    <dgm:cxn modelId="{3D64E573-A5A5-4556-8A8F-102C869E7156}" type="presParOf" srcId="{4324D937-436E-4B5D-A3FD-A55361CF3EC7}" destId="{AD6F1B2D-9BAB-4A86-A520-F9BBFB5675B4}" srcOrd="1" destOrd="0" presId="urn:microsoft.com/office/officeart/2008/layout/AlternatingHexagons"/>
    <dgm:cxn modelId="{856EB67F-F5D4-41E5-8389-9645C458BDAB}" type="presParOf" srcId="{4324D937-436E-4B5D-A3FD-A55361CF3EC7}" destId="{B47B2832-736A-4F97-BBC4-569E1B026F4D}" srcOrd="2" destOrd="0" presId="urn:microsoft.com/office/officeart/2008/layout/AlternatingHexagons"/>
    <dgm:cxn modelId="{1E0BDE16-EA7F-44D8-9637-F2312EB2C0E6}" type="presParOf" srcId="{4324D937-436E-4B5D-A3FD-A55361CF3EC7}" destId="{CC0FBCD7-8714-4AEF-A40C-A4DEB11BD23E}" srcOrd="3" destOrd="0" presId="urn:microsoft.com/office/officeart/2008/layout/AlternatingHexagons"/>
    <dgm:cxn modelId="{78191FDB-36F2-4BED-BBEE-6551DA24E0D1}" type="presParOf" srcId="{4324D937-436E-4B5D-A3FD-A55361CF3EC7}" destId="{A6221CE3-C4AC-468E-830C-92AB8A88C792}" srcOrd="4" destOrd="0" presId="urn:microsoft.com/office/officeart/2008/layout/AlternatingHexagons"/>
    <dgm:cxn modelId="{1E05FD98-0689-4352-9970-176CB1A281FE}" type="presParOf" srcId="{011387D6-BB34-4CBD-8EDC-2C078AFD2845}" destId="{86B1553C-B481-4BD0-B07A-0AF5D0EDD474}" srcOrd="1" destOrd="0" presId="urn:microsoft.com/office/officeart/2008/layout/AlternatingHexagons"/>
    <dgm:cxn modelId="{4A72E25D-F02A-473A-9BCB-2195FFC590A0}" type="presParOf" srcId="{011387D6-BB34-4CBD-8EDC-2C078AFD2845}" destId="{4280AB93-B3D6-40AD-B4FC-213BE4D36843}" srcOrd="2" destOrd="0" presId="urn:microsoft.com/office/officeart/2008/layout/AlternatingHexagons"/>
    <dgm:cxn modelId="{50238788-A24D-40E2-8608-4BFD355CEA8B}" type="presParOf" srcId="{4280AB93-B3D6-40AD-B4FC-213BE4D36843}" destId="{89CF2B4D-8EE3-4303-BE59-6B1831E67C44}" srcOrd="0" destOrd="0" presId="urn:microsoft.com/office/officeart/2008/layout/AlternatingHexagons"/>
    <dgm:cxn modelId="{750478A8-4DE6-4A32-82FB-953EBCE18DB6}" type="presParOf" srcId="{4280AB93-B3D6-40AD-B4FC-213BE4D36843}" destId="{49CF29B0-A7B7-4FC7-9215-2CCEF1475892}" srcOrd="1" destOrd="0" presId="urn:microsoft.com/office/officeart/2008/layout/AlternatingHexagons"/>
    <dgm:cxn modelId="{A70D4DBA-AE48-4557-B196-0642607E3ED1}" type="presParOf" srcId="{4280AB93-B3D6-40AD-B4FC-213BE4D36843}" destId="{22ADC1C6-900A-49DD-8516-BADDBCA86A2D}" srcOrd="2" destOrd="0" presId="urn:microsoft.com/office/officeart/2008/layout/AlternatingHexagons"/>
    <dgm:cxn modelId="{5BD24508-E318-48AA-A836-C3561610C2DD}" type="presParOf" srcId="{4280AB93-B3D6-40AD-B4FC-213BE4D36843}" destId="{3AABB19F-CD32-436B-AF84-8A06DCC54D5E}" srcOrd="3" destOrd="0" presId="urn:microsoft.com/office/officeart/2008/layout/AlternatingHexagons"/>
    <dgm:cxn modelId="{A739ACD5-D351-4FF2-BDD0-E9E31945F5AB}" type="presParOf" srcId="{4280AB93-B3D6-40AD-B4FC-213BE4D36843}" destId="{6D6BA26F-3EAA-4DA0-B33E-3864A83D814F}" srcOrd="4" destOrd="0" presId="urn:microsoft.com/office/officeart/2008/layout/AlternatingHexagons"/>
    <dgm:cxn modelId="{F656803F-CCB3-409B-B497-900535EEC24F}" type="presParOf" srcId="{011387D6-BB34-4CBD-8EDC-2C078AFD2845}" destId="{CA1689B5-C492-47C0-B725-DEDBCD9D930A}" srcOrd="3" destOrd="0" presId="urn:microsoft.com/office/officeart/2008/layout/AlternatingHexagons"/>
    <dgm:cxn modelId="{A1B6767A-2587-4047-BCF7-3749F41D0EB8}" type="presParOf" srcId="{011387D6-BB34-4CBD-8EDC-2C078AFD2845}" destId="{2FA9A98B-0F01-4C03-BF9A-2FB028BA704C}" srcOrd="4" destOrd="0" presId="urn:microsoft.com/office/officeart/2008/layout/AlternatingHexagons"/>
    <dgm:cxn modelId="{39430EA3-50F6-4274-B167-1EAC6E807923}" type="presParOf" srcId="{2FA9A98B-0F01-4C03-BF9A-2FB028BA704C}" destId="{1337574E-5A1E-44CE-B4EB-27275A62F5EB}" srcOrd="0" destOrd="0" presId="urn:microsoft.com/office/officeart/2008/layout/AlternatingHexagons"/>
    <dgm:cxn modelId="{CA50A53E-E399-4936-B51F-E25F3048B90A}" type="presParOf" srcId="{2FA9A98B-0F01-4C03-BF9A-2FB028BA704C}" destId="{11E31C06-BA01-4165-AB20-0D231852A62B}" srcOrd="1" destOrd="0" presId="urn:microsoft.com/office/officeart/2008/layout/AlternatingHexagons"/>
    <dgm:cxn modelId="{1C5754C0-A102-49EC-88B1-B7C6E6B18E9A}" type="presParOf" srcId="{2FA9A98B-0F01-4C03-BF9A-2FB028BA704C}" destId="{E11C6B51-F3B6-4726-9E99-1C512C7C99DB}" srcOrd="2" destOrd="0" presId="urn:microsoft.com/office/officeart/2008/layout/AlternatingHexagons"/>
    <dgm:cxn modelId="{0919A203-D4EA-47E5-9781-69E4C52F887E}" type="presParOf" srcId="{2FA9A98B-0F01-4C03-BF9A-2FB028BA704C}" destId="{22CF6F4C-4855-4800-A691-3E80AFC59A01}" srcOrd="3" destOrd="0" presId="urn:microsoft.com/office/officeart/2008/layout/AlternatingHexagons"/>
    <dgm:cxn modelId="{C23D971B-72E6-4FC0-A4CD-E95C8105FBCD}" type="presParOf" srcId="{2FA9A98B-0F01-4C03-BF9A-2FB028BA704C}" destId="{A9C77E33-64A3-430C-BAB2-47B0991A9039}" srcOrd="4" destOrd="0" presId="urn:microsoft.com/office/officeart/2008/layout/AlternatingHexagons"/>
    <dgm:cxn modelId="{743D2715-BB23-4649-B5FD-D1BC731A725C}" type="presParOf" srcId="{011387D6-BB34-4CBD-8EDC-2C078AFD2845}" destId="{E020E670-94C0-4F08-9345-3E6F8CD53556}" srcOrd="5" destOrd="0" presId="urn:microsoft.com/office/officeart/2008/layout/AlternatingHexagons"/>
    <dgm:cxn modelId="{27816999-A259-457B-A5D4-B987F7B4E8F0}" type="presParOf" srcId="{011387D6-BB34-4CBD-8EDC-2C078AFD2845}" destId="{D029B9AF-AD10-4888-AA4E-3FB68D875563}" srcOrd="6" destOrd="0" presId="urn:microsoft.com/office/officeart/2008/layout/AlternatingHexagons"/>
    <dgm:cxn modelId="{A9CBF798-F717-43F3-BB31-71BE0756D98E}" type="presParOf" srcId="{D029B9AF-AD10-4888-AA4E-3FB68D875563}" destId="{07FDE53A-B6B1-455C-8090-344304EEB02F}" srcOrd="0" destOrd="0" presId="urn:microsoft.com/office/officeart/2008/layout/AlternatingHexagons"/>
    <dgm:cxn modelId="{9593FC59-D7CE-40F7-AF17-C50D07F84642}" type="presParOf" srcId="{D029B9AF-AD10-4888-AA4E-3FB68D875563}" destId="{A3730BDB-9333-4267-8847-CB6E18C5DA3B}" srcOrd="1" destOrd="0" presId="urn:microsoft.com/office/officeart/2008/layout/AlternatingHexagons"/>
    <dgm:cxn modelId="{2C02E056-C296-4F12-81BB-2E3BE3F5ECC3}" type="presParOf" srcId="{D029B9AF-AD10-4888-AA4E-3FB68D875563}" destId="{B956479C-B3B8-4759-B4BA-118E26B6A72E}" srcOrd="2" destOrd="0" presId="urn:microsoft.com/office/officeart/2008/layout/AlternatingHexagons"/>
    <dgm:cxn modelId="{02AD2757-67F8-4BA8-959F-E6DC4527333D}" type="presParOf" srcId="{D029B9AF-AD10-4888-AA4E-3FB68D875563}" destId="{2E986BDE-D07D-43C9-BDD8-7B1BDDF2DBD9}" srcOrd="3" destOrd="0" presId="urn:microsoft.com/office/officeart/2008/layout/AlternatingHexagons"/>
    <dgm:cxn modelId="{D2F86DB8-172F-49D2-98EB-31F54EC9A672}" type="presParOf" srcId="{D029B9AF-AD10-4888-AA4E-3FB68D875563}" destId="{83B95B54-5FC6-4271-A0DB-EF5C40F372DA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A12B93E-2D2F-43B1-A927-D9284602E723}" type="doc">
      <dgm:prSet loTypeId="urn:microsoft.com/office/officeart/2005/8/layout/default" loCatId="list" qsTypeId="urn:microsoft.com/office/officeart/2005/8/quickstyle/simple3" qsCatId="simple" csTypeId="urn:microsoft.com/office/officeart/2005/8/colors/colorful2" csCatId="colorful" phldr="1"/>
      <dgm:spPr/>
      <dgm:t>
        <a:bodyPr/>
        <a:lstStyle/>
        <a:p>
          <a:endParaRPr lang="en-GB"/>
        </a:p>
      </dgm:t>
    </dgm:pt>
    <dgm:pt modelId="{65964698-701B-4D14-A4FD-0829A1F3CBF6}">
      <dgm:prSet/>
      <dgm:spPr/>
      <dgm:t>
        <a:bodyPr/>
        <a:lstStyle/>
        <a:p>
          <a:pPr rtl="0"/>
          <a:r>
            <a:rPr lang="en-US" dirty="0" smtClean="0">
              <a:ln>
                <a:solidFill>
                  <a:sysClr val="windowText" lastClr="000000"/>
                </a:solidFill>
              </a:ln>
              <a:solidFill>
                <a:srgbClr val="000000"/>
              </a:solidFill>
              <a:hlinkClick xmlns:r="http://schemas.openxmlformats.org/officeDocument/2006/relationships" r:id="rId1"/>
            </a:rPr>
            <a:t>IT Information Security Procedure</a:t>
          </a:r>
          <a:endParaRPr lang="en-GB" dirty="0">
            <a:ln>
              <a:solidFill>
                <a:sysClr val="windowText" lastClr="000000"/>
              </a:solidFill>
            </a:ln>
            <a:solidFill>
              <a:srgbClr val="000000"/>
            </a:solidFill>
          </a:endParaRPr>
        </a:p>
      </dgm:t>
    </dgm:pt>
    <dgm:pt modelId="{2D106ACA-1047-4B98-9B4A-F7EC11815CE7}" type="parTrans" cxnId="{4830AAB4-837D-4546-9214-03DDF4887C0F}">
      <dgm:prSet/>
      <dgm:spPr/>
      <dgm:t>
        <a:bodyPr/>
        <a:lstStyle/>
        <a:p>
          <a:endParaRPr lang="en-GB">
            <a:solidFill>
              <a:srgbClr val="000000"/>
            </a:solidFill>
          </a:endParaRPr>
        </a:p>
      </dgm:t>
    </dgm:pt>
    <dgm:pt modelId="{DE1FE187-91BB-4331-8F36-9E489BB34C75}" type="sibTrans" cxnId="{4830AAB4-837D-4546-9214-03DDF4887C0F}">
      <dgm:prSet/>
      <dgm:spPr/>
      <dgm:t>
        <a:bodyPr/>
        <a:lstStyle/>
        <a:p>
          <a:endParaRPr lang="en-GB">
            <a:solidFill>
              <a:srgbClr val="000000"/>
            </a:solidFill>
          </a:endParaRPr>
        </a:p>
      </dgm:t>
    </dgm:pt>
    <dgm:pt modelId="{56AA0EE1-4D29-4B64-9289-8AB12BBB370F}">
      <dgm:prSet/>
      <dgm:spPr/>
      <dgm:t>
        <a:bodyPr/>
        <a:lstStyle/>
        <a:p>
          <a:pPr rtl="0"/>
          <a:r>
            <a:rPr lang="en-US" dirty="0" smtClean="0">
              <a:ln>
                <a:solidFill>
                  <a:sysClr val="windowText" lastClr="000000"/>
                </a:solidFill>
              </a:ln>
              <a:solidFill>
                <a:srgbClr val="000000"/>
              </a:solidFill>
              <a:hlinkClick xmlns:r="http://schemas.openxmlformats.org/officeDocument/2006/relationships" r:id="rId2"/>
            </a:rPr>
            <a:t>Surveillance of Internet Access</a:t>
          </a:r>
          <a:endParaRPr lang="en-GB" dirty="0">
            <a:ln>
              <a:solidFill>
                <a:sysClr val="windowText" lastClr="000000"/>
              </a:solidFill>
            </a:ln>
            <a:solidFill>
              <a:srgbClr val="000000"/>
            </a:solidFill>
          </a:endParaRPr>
        </a:p>
      </dgm:t>
    </dgm:pt>
    <dgm:pt modelId="{B3D85C0F-9943-498D-B308-B76BAE2719C2}" type="parTrans" cxnId="{57F2D5F3-9BAF-49F8-B127-E1900B564C21}">
      <dgm:prSet/>
      <dgm:spPr/>
      <dgm:t>
        <a:bodyPr/>
        <a:lstStyle/>
        <a:p>
          <a:endParaRPr lang="en-GB">
            <a:solidFill>
              <a:srgbClr val="000000"/>
            </a:solidFill>
          </a:endParaRPr>
        </a:p>
      </dgm:t>
    </dgm:pt>
    <dgm:pt modelId="{B7A1260E-0303-45CF-A93B-1BFF47D43EA1}" type="sibTrans" cxnId="{57F2D5F3-9BAF-49F8-B127-E1900B564C21}">
      <dgm:prSet/>
      <dgm:spPr/>
      <dgm:t>
        <a:bodyPr/>
        <a:lstStyle/>
        <a:p>
          <a:endParaRPr lang="en-GB">
            <a:solidFill>
              <a:srgbClr val="000000"/>
            </a:solidFill>
          </a:endParaRPr>
        </a:p>
      </dgm:t>
    </dgm:pt>
    <dgm:pt modelId="{5DC97DAD-7812-4C3C-B31B-E011791D0C53}">
      <dgm:prSet/>
      <dgm:spPr/>
      <dgm:t>
        <a:bodyPr/>
        <a:lstStyle/>
        <a:p>
          <a:pPr rtl="0"/>
          <a:r>
            <a:rPr lang="en-US" dirty="0" smtClean="0">
              <a:ln>
                <a:solidFill>
                  <a:sysClr val="windowText" lastClr="000000"/>
                </a:solidFill>
              </a:ln>
              <a:solidFill>
                <a:srgbClr val="000000"/>
              </a:solidFill>
              <a:hlinkClick xmlns:r="http://schemas.openxmlformats.org/officeDocument/2006/relationships" r:id="rId3"/>
            </a:rPr>
            <a:t>Handling of SPAM/Phishing Mails</a:t>
          </a:r>
          <a:endParaRPr lang="en-GB" dirty="0">
            <a:ln>
              <a:solidFill>
                <a:sysClr val="windowText" lastClr="000000"/>
              </a:solidFill>
            </a:ln>
            <a:solidFill>
              <a:srgbClr val="000000"/>
            </a:solidFill>
          </a:endParaRPr>
        </a:p>
      </dgm:t>
    </dgm:pt>
    <dgm:pt modelId="{7C65830F-A866-4153-B026-E95FE48FA99E}" type="parTrans" cxnId="{10511291-91AD-4A63-ADC1-231E27B54FE6}">
      <dgm:prSet/>
      <dgm:spPr/>
      <dgm:t>
        <a:bodyPr/>
        <a:lstStyle/>
        <a:p>
          <a:endParaRPr lang="en-GB">
            <a:solidFill>
              <a:srgbClr val="000000"/>
            </a:solidFill>
          </a:endParaRPr>
        </a:p>
      </dgm:t>
    </dgm:pt>
    <dgm:pt modelId="{49DB5511-2B9A-476B-B9B2-CC04F7287C98}" type="sibTrans" cxnId="{10511291-91AD-4A63-ADC1-231E27B54FE6}">
      <dgm:prSet/>
      <dgm:spPr/>
      <dgm:t>
        <a:bodyPr/>
        <a:lstStyle/>
        <a:p>
          <a:endParaRPr lang="en-GB">
            <a:solidFill>
              <a:srgbClr val="000000"/>
            </a:solidFill>
          </a:endParaRPr>
        </a:p>
      </dgm:t>
    </dgm:pt>
    <dgm:pt modelId="{1F93A69C-E6A7-41E7-A326-50497AEF02DA}">
      <dgm:prSet/>
      <dgm:spPr/>
      <dgm:t>
        <a:bodyPr/>
        <a:lstStyle/>
        <a:p>
          <a:pPr rtl="0"/>
          <a:r>
            <a:rPr lang="en-US" dirty="0" smtClean="0">
              <a:ln>
                <a:solidFill>
                  <a:sysClr val="windowText" lastClr="000000"/>
                </a:solidFill>
              </a:ln>
              <a:solidFill>
                <a:srgbClr val="000000"/>
              </a:solidFill>
              <a:hlinkClick xmlns:r="http://schemas.openxmlformats.org/officeDocument/2006/relationships" r:id="rId4"/>
            </a:rPr>
            <a:t>Instruction for using Correct E-Mail Address and Signature</a:t>
          </a:r>
          <a:endParaRPr lang="en-GB" dirty="0">
            <a:ln>
              <a:solidFill>
                <a:sysClr val="windowText" lastClr="000000"/>
              </a:solidFill>
            </a:ln>
            <a:solidFill>
              <a:srgbClr val="000000"/>
            </a:solidFill>
          </a:endParaRPr>
        </a:p>
      </dgm:t>
    </dgm:pt>
    <dgm:pt modelId="{587CD0C9-C28F-42F1-BD1A-47C3012ABF05}" type="parTrans" cxnId="{4B03219F-AA66-4282-8CBF-0256F81D5F7D}">
      <dgm:prSet/>
      <dgm:spPr/>
      <dgm:t>
        <a:bodyPr/>
        <a:lstStyle/>
        <a:p>
          <a:endParaRPr lang="en-GB">
            <a:solidFill>
              <a:srgbClr val="000000"/>
            </a:solidFill>
          </a:endParaRPr>
        </a:p>
      </dgm:t>
    </dgm:pt>
    <dgm:pt modelId="{E4F403CE-8A16-40CD-A787-C2680E2758EC}" type="sibTrans" cxnId="{4B03219F-AA66-4282-8CBF-0256F81D5F7D}">
      <dgm:prSet/>
      <dgm:spPr/>
      <dgm:t>
        <a:bodyPr/>
        <a:lstStyle/>
        <a:p>
          <a:endParaRPr lang="en-GB">
            <a:solidFill>
              <a:srgbClr val="000000"/>
            </a:solidFill>
          </a:endParaRPr>
        </a:p>
      </dgm:t>
    </dgm:pt>
    <dgm:pt modelId="{2EF8962D-51F5-4C5D-AF5C-EF49D09256FC}">
      <dgm:prSet/>
      <dgm:spPr/>
      <dgm:t>
        <a:bodyPr/>
        <a:lstStyle/>
        <a:p>
          <a:pPr rtl="0"/>
          <a:r>
            <a:rPr lang="en-US" dirty="0" err="1" smtClean="0">
              <a:ln>
                <a:solidFill>
                  <a:sysClr val="windowText" lastClr="000000"/>
                </a:solidFill>
              </a:ln>
              <a:solidFill>
                <a:srgbClr val="000000"/>
              </a:solidFill>
              <a:hlinkClick xmlns:r="http://schemas.openxmlformats.org/officeDocument/2006/relationships" r:id="rId5"/>
            </a:rPr>
            <a:t>Fowarding</a:t>
          </a:r>
          <a:r>
            <a:rPr lang="en-US" dirty="0" smtClean="0">
              <a:ln>
                <a:solidFill>
                  <a:sysClr val="windowText" lastClr="000000"/>
                </a:solidFill>
              </a:ln>
              <a:solidFill>
                <a:srgbClr val="000000"/>
              </a:solidFill>
              <a:hlinkClick xmlns:r="http://schemas.openxmlformats.org/officeDocument/2006/relationships" r:id="rId5"/>
            </a:rPr>
            <a:t> of mails to personal e-mails IDs</a:t>
          </a:r>
          <a:endParaRPr lang="en-GB" dirty="0">
            <a:ln>
              <a:solidFill>
                <a:sysClr val="windowText" lastClr="000000"/>
              </a:solidFill>
            </a:ln>
            <a:solidFill>
              <a:srgbClr val="000000"/>
            </a:solidFill>
          </a:endParaRPr>
        </a:p>
      </dgm:t>
    </dgm:pt>
    <dgm:pt modelId="{0F0E05BB-D0BD-42C2-AA41-D22E30AE0747}" type="parTrans" cxnId="{6CB40E65-13C0-4D91-9069-3C93586A52AE}">
      <dgm:prSet/>
      <dgm:spPr/>
      <dgm:t>
        <a:bodyPr/>
        <a:lstStyle/>
        <a:p>
          <a:endParaRPr lang="en-GB">
            <a:solidFill>
              <a:srgbClr val="000000"/>
            </a:solidFill>
          </a:endParaRPr>
        </a:p>
      </dgm:t>
    </dgm:pt>
    <dgm:pt modelId="{04BF9207-EDDA-4B80-AFF3-D62009FE11E4}" type="sibTrans" cxnId="{6CB40E65-13C0-4D91-9069-3C93586A52AE}">
      <dgm:prSet/>
      <dgm:spPr/>
      <dgm:t>
        <a:bodyPr/>
        <a:lstStyle/>
        <a:p>
          <a:endParaRPr lang="en-GB">
            <a:solidFill>
              <a:srgbClr val="000000"/>
            </a:solidFill>
          </a:endParaRPr>
        </a:p>
      </dgm:t>
    </dgm:pt>
    <dgm:pt modelId="{AAD18866-42EF-4CF0-8388-AFAF614DF31E}">
      <dgm:prSet/>
      <dgm:spPr/>
      <dgm:t>
        <a:bodyPr/>
        <a:lstStyle/>
        <a:p>
          <a:pPr rtl="0"/>
          <a:r>
            <a:rPr lang="en-US" dirty="0" smtClean="0">
              <a:ln>
                <a:solidFill>
                  <a:sysClr val="windowText" lastClr="000000"/>
                </a:solidFill>
              </a:ln>
              <a:solidFill>
                <a:srgbClr val="000000"/>
              </a:solidFill>
              <a:hlinkClick xmlns:r="http://schemas.openxmlformats.org/officeDocument/2006/relationships" r:id="rId6"/>
            </a:rPr>
            <a:t>IT Guidelines for Data Backup</a:t>
          </a:r>
          <a:endParaRPr lang="en-GB" dirty="0">
            <a:ln>
              <a:solidFill>
                <a:sysClr val="windowText" lastClr="000000"/>
              </a:solidFill>
            </a:ln>
            <a:solidFill>
              <a:srgbClr val="000000"/>
            </a:solidFill>
          </a:endParaRPr>
        </a:p>
      </dgm:t>
    </dgm:pt>
    <dgm:pt modelId="{840CF898-6B90-458E-9902-717CF06CDB31}" type="parTrans" cxnId="{500CCA64-F1DB-4AB6-9A55-8644E27074A2}">
      <dgm:prSet/>
      <dgm:spPr/>
      <dgm:t>
        <a:bodyPr/>
        <a:lstStyle/>
        <a:p>
          <a:endParaRPr lang="en-GB"/>
        </a:p>
      </dgm:t>
    </dgm:pt>
    <dgm:pt modelId="{AC6A8E54-0DA4-47AD-9AD6-D468809F1BC4}" type="sibTrans" cxnId="{500CCA64-F1DB-4AB6-9A55-8644E27074A2}">
      <dgm:prSet/>
      <dgm:spPr/>
      <dgm:t>
        <a:bodyPr/>
        <a:lstStyle/>
        <a:p>
          <a:endParaRPr lang="en-GB"/>
        </a:p>
      </dgm:t>
    </dgm:pt>
    <dgm:pt modelId="{E4AB8D9F-02E6-4240-858F-73377BCED92D}">
      <dgm:prSet/>
      <dgm:spPr/>
      <dgm:t>
        <a:bodyPr/>
        <a:lstStyle/>
        <a:p>
          <a:pPr rtl="0"/>
          <a:r>
            <a:rPr lang="en-US" dirty="0" smtClean="0">
              <a:ln>
                <a:solidFill>
                  <a:sysClr val="windowText" lastClr="000000"/>
                </a:solidFill>
              </a:ln>
              <a:solidFill>
                <a:srgbClr val="000000"/>
              </a:solidFill>
              <a:hlinkClick xmlns:r="http://schemas.openxmlformats.org/officeDocument/2006/relationships" r:id="rId7"/>
            </a:rPr>
            <a:t>IT Guidelines for Travelling Users</a:t>
          </a:r>
          <a:endParaRPr lang="en-GB" dirty="0">
            <a:ln>
              <a:solidFill>
                <a:sysClr val="windowText" lastClr="000000"/>
              </a:solidFill>
            </a:ln>
            <a:solidFill>
              <a:srgbClr val="000000"/>
            </a:solidFill>
          </a:endParaRPr>
        </a:p>
      </dgm:t>
    </dgm:pt>
    <dgm:pt modelId="{E46F6D09-81DD-4217-8DB0-BEDD8CE8F868}" type="parTrans" cxnId="{B71E52B8-CF1E-49B6-8C44-0F28DE8F0416}">
      <dgm:prSet/>
      <dgm:spPr/>
      <dgm:t>
        <a:bodyPr/>
        <a:lstStyle/>
        <a:p>
          <a:endParaRPr lang="en-GB"/>
        </a:p>
      </dgm:t>
    </dgm:pt>
    <dgm:pt modelId="{E50C514A-281A-4845-BE95-DE4FF860BDE7}" type="sibTrans" cxnId="{B71E52B8-CF1E-49B6-8C44-0F28DE8F0416}">
      <dgm:prSet/>
      <dgm:spPr/>
      <dgm:t>
        <a:bodyPr/>
        <a:lstStyle/>
        <a:p>
          <a:endParaRPr lang="en-GB"/>
        </a:p>
      </dgm:t>
    </dgm:pt>
    <dgm:pt modelId="{66B3A0E4-30BE-46B0-A0C1-546622A657FA}" type="pres">
      <dgm:prSet presAssocID="{FA12B93E-2D2F-43B1-A927-D9284602E72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55E3AA5B-67E0-41D5-8919-F5E3B1E9BBEF}" type="pres">
      <dgm:prSet presAssocID="{65964698-701B-4D14-A4FD-0829A1F3CBF6}" presName="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26FB1560-BE49-43EB-90B0-1E95F8BA9D58}" type="pres">
      <dgm:prSet presAssocID="{DE1FE187-91BB-4331-8F36-9E489BB34C75}" presName="sibTrans" presStyleCnt="0"/>
      <dgm:spPr/>
    </dgm:pt>
    <dgm:pt modelId="{AD9CA6AE-FAE1-4807-A602-91E19A4EDDA1}" type="pres">
      <dgm:prSet presAssocID="{AAD18866-42EF-4CF0-8388-AFAF614DF31E}" presName="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F8CD2059-E8B6-453C-AFF8-D73B8C3F251E}" type="pres">
      <dgm:prSet presAssocID="{AC6A8E54-0DA4-47AD-9AD6-D468809F1BC4}" presName="sibTrans" presStyleCnt="0"/>
      <dgm:spPr/>
    </dgm:pt>
    <dgm:pt modelId="{9EADCE79-6FF0-4D13-A034-ADAD8CDE2470}" type="pres">
      <dgm:prSet presAssocID="{E4AB8D9F-02E6-4240-858F-73377BCED92D}" presName="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578A664D-07FA-45C2-9062-521FCD4DEDFE}" type="pres">
      <dgm:prSet presAssocID="{E50C514A-281A-4845-BE95-DE4FF860BDE7}" presName="sibTrans" presStyleCnt="0"/>
      <dgm:spPr/>
    </dgm:pt>
    <dgm:pt modelId="{A020BC64-8059-47F5-9C72-D091E5ED68D9}" type="pres">
      <dgm:prSet presAssocID="{56AA0EE1-4D29-4B64-9289-8AB12BBB370F}" presName="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72D5D44-CA4D-489D-900A-5F7E424F711F}" type="pres">
      <dgm:prSet presAssocID="{B7A1260E-0303-45CF-A93B-1BFF47D43EA1}" presName="sibTrans" presStyleCnt="0"/>
      <dgm:spPr/>
    </dgm:pt>
    <dgm:pt modelId="{0946DFFE-5E39-4D1B-8C53-8BC16F5D9C9D}" type="pres">
      <dgm:prSet presAssocID="{5DC97DAD-7812-4C3C-B31B-E011791D0C53}" presName="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99985113-375D-4F10-A00C-11BC62B7CCD6}" type="pres">
      <dgm:prSet presAssocID="{49DB5511-2B9A-476B-B9B2-CC04F7287C98}" presName="sibTrans" presStyleCnt="0"/>
      <dgm:spPr/>
    </dgm:pt>
    <dgm:pt modelId="{AD8CBA65-313B-4D88-A049-513AF931C188}" type="pres">
      <dgm:prSet presAssocID="{1F93A69C-E6A7-41E7-A326-50497AEF02DA}" presName="node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2092865E-6377-42C8-AAAA-FF5FCA8C2B47}" type="pres">
      <dgm:prSet presAssocID="{E4F403CE-8A16-40CD-A787-C2680E2758EC}" presName="sibTrans" presStyleCnt="0"/>
      <dgm:spPr/>
    </dgm:pt>
    <dgm:pt modelId="{C9658783-3736-4F3B-9093-5BBF2D3C1BE1}" type="pres">
      <dgm:prSet presAssocID="{2EF8962D-51F5-4C5D-AF5C-EF49D09256FC}" presName="node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57F2D5F3-9BAF-49F8-B127-E1900B564C21}" srcId="{FA12B93E-2D2F-43B1-A927-D9284602E723}" destId="{56AA0EE1-4D29-4B64-9289-8AB12BBB370F}" srcOrd="3" destOrd="0" parTransId="{B3D85C0F-9943-498D-B308-B76BAE2719C2}" sibTransId="{B7A1260E-0303-45CF-A93B-1BFF47D43EA1}"/>
    <dgm:cxn modelId="{10511291-91AD-4A63-ADC1-231E27B54FE6}" srcId="{FA12B93E-2D2F-43B1-A927-D9284602E723}" destId="{5DC97DAD-7812-4C3C-B31B-E011791D0C53}" srcOrd="4" destOrd="0" parTransId="{7C65830F-A866-4153-B026-E95FE48FA99E}" sibTransId="{49DB5511-2B9A-476B-B9B2-CC04F7287C98}"/>
    <dgm:cxn modelId="{52C1F955-D4C8-41F2-B113-2CA443952DC0}" type="presOf" srcId="{56AA0EE1-4D29-4B64-9289-8AB12BBB370F}" destId="{A020BC64-8059-47F5-9C72-D091E5ED68D9}" srcOrd="0" destOrd="0" presId="urn:microsoft.com/office/officeart/2005/8/layout/default"/>
    <dgm:cxn modelId="{500CCA64-F1DB-4AB6-9A55-8644E27074A2}" srcId="{FA12B93E-2D2F-43B1-A927-D9284602E723}" destId="{AAD18866-42EF-4CF0-8388-AFAF614DF31E}" srcOrd="1" destOrd="0" parTransId="{840CF898-6B90-458E-9902-717CF06CDB31}" sibTransId="{AC6A8E54-0DA4-47AD-9AD6-D468809F1BC4}"/>
    <dgm:cxn modelId="{B71E52B8-CF1E-49B6-8C44-0F28DE8F0416}" srcId="{FA12B93E-2D2F-43B1-A927-D9284602E723}" destId="{E4AB8D9F-02E6-4240-858F-73377BCED92D}" srcOrd="2" destOrd="0" parTransId="{E46F6D09-81DD-4217-8DB0-BEDD8CE8F868}" sibTransId="{E50C514A-281A-4845-BE95-DE4FF860BDE7}"/>
    <dgm:cxn modelId="{0005EBF5-F9E1-4E2F-84B0-20FEB24FEA10}" type="presOf" srcId="{E4AB8D9F-02E6-4240-858F-73377BCED92D}" destId="{9EADCE79-6FF0-4D13-A034-ADAD8CDE2470}" srcOrd="0" destOrd="0" presId="urn:microsoft.com/office/officeart/2005/8/layout/default"/>
    <dgm:cxn modelId="{60DE260A-6663-4CDE-8654-F3A8498AB397}" type="presOf" srcId="{65964698-701B-4D14-A4FD-0829A1F3CBF6}" destId="{55E3AA5B-67E0-41D5-8919-F5E3B1E9BBEF}" srcOrd="0" destOrd="0" presId="urn:microsoft.com/office/officeart/2005/8/layout/default"/>
    <dgm:cxn modelId="{DAFA6564-365F-4D8F-A179-4C85B5320119}" type="presOf" srcId="{2EF8962D-51F5-4C5D-AF5C-EF49D09256FC}" destId="{C9658783-3736-4F3B-9093-5BBF2D3C1BE1}" srcOrd="0" destOrd="0" presId="urn:microsoft.com/office/officeart/2005/8/layout/default"/>
    <dgm:cxn modelId="{6CB40E65-13C0-4D91-9069-3C93586A52AE}" srcId="{FA12B93E-2D2F-43B1-A927-D9284602E723}" destId="{2EF8962D-51F5-4C5D-AF5C-EF49D09256FC}" srcOrd="6" destOrd="0" parTransId="{0F0E05BB-D0BD-42C2-AA41-D22E30AE0747}" sibTransId="{04BF9207-EDDA-4B80-AFF3-D62009FE11E4}"/>
    <dgm:cxn modelId="{4830AAB4-837D-4546-9214-03DDF4887C0F}" srcId="{FA12B93E-2D2F-43B1-A927-D9284602E723}" destId="{65964698-701B-4D14-A4FD-0829A1F3CBF6}" srcOrd="0" destOrd="0" parTransId="{2D106ACA-1047-4B98-9B4A-F7EC11815CE7}" sibTransId="{DE1FE187-91BB-4331-8F36-9E489BB34C75}"/>
    <dgm:cxn modelId="{4B03219F-AA66-4282-8CBF-0256F81D5F7D}" srcId="{FA12B93E-2D2F-43B1-A927-D9284602E723}" destId="{1F93A69C-E6A7-41E7-A326-50497AEF02DA}" srcOrd="5" destOrd="0" parTransId="{587CD0C9-C28F-42F1-BD1A-47C3012ABF05}" sibTransId="{E4F403CE-8A16-40CD-A787-C2680E2758EC}"/>
    <dgm:cxn modelId="{CAA4B562-96C0-455E-81E4-3D6DECF90AE2}" type="presOf" srcId="{AAD18866-42EF-4CF0-8388-AFAF614DF31E}" destId="{AD9CA6AE-FAE1-4807-A602-91E19A4EDDA1}" srcOrd="0" destOrd="0" presId="urn:microsoft.com/office/officeart/2005/8/layout/default"/>
    <dgm:cxn modelId="{654981C8-D51F-47A0-8954-FAB5ADDBEBF8}" type="presOf" srcId="{FA12B93E-2D2F-43B1-A927-D9284602E723}" destId="{66B3A0E4-30BE-46B0-A0C1-546622A657FA}" srcOrd="0" destOrd="0" presId="urn:microsoft.com/office/officeart/2005/8/layout/default"/>
    <dgm:cxn modelId="{05130708-2607-4DFF-890F-2F11FB3C262B}" type="presOf" srcId="{5DC97DAD-7812-4C3C-B31B-E011791D0C53}" destId="{0946DFFE-5E39-4D1B-8C53-8BC16F5D9C9D}" srcOrd="0" destOrd="0" presId="urn:microsoft.com/office/officeart/2005/8/layout/default"/>
    <dgm:cxn modelId="{DB6FB722-75B5-413E-A19C-2B50E2C8DB64}" type="presOf" srcId="{1F93A69C-E6A7-41E7-A326-50497AEF02DA}" destId="{AD8CBA65-313B-4D88-A049-513AF931C188}" srcOrd="0" destOrd="0" presId="urn:microsoft.com/office/officeart/2005/8/layout/default"/>
    <dgm:cxn modelId="{D9A62F2F-C772-4D65-AFCB-50462CCEEB89}" type="presParOf" srcId="{66B3A0E4-30BE-46B0-A0C1-546622A657FA}" destId="{55E3AA5B-67E0-41D5-8919-F5E3B1E9BBEF}" srcOrd="0" destOrd="0" presId="urn:microsoft.com/office/officeart/2005/8/layout/default"/>
    <dgm:cxn modelId="{5705B7DE-2C62-4FDE-931C-59A1EFB8B229}" type="presParOf" srcId="{66B3A0E4-30BE-46B0-A0C1-546622A657FA}" destId="{26FB1560-BE49-43EB-90B0-1E95F8BA9D58}" srcOrd="1" destOrd="0" presId="urn:microsoft.com/office/officeart/2005/8/layout/default"/>
    <dgm:cxn modelId="{37A06696-7C4A-434D-B7B3-8C1E12FB4ADB}" type="presParOf" srcId="{66B3A0E4-30BE-46B0-A0C1-546622A657FA}" destId="{AD9CA6AE-FAE1-4807-A602-91E19A4EDDA1}" srcOrd="2" destOrd="0" presId="urn:microsoft.com/office/officeart/2005/8/layout/default"/>
    <dgm:cxn modelId="{A698F0BD-AD01-4B8E-9297-7AFAB6DA2B8C}" type="presParOf" srcId="{66B3A0E4-30BE-46B0-A0C1-546622A657FA}" destId="{F8CD2059-E8B6-453C-AFF8-D73B8C3F251E}" srcOrd="3" destOrd="0" presId="urn:microsoft.com/office/officeart/2005/8/layout/default"/>
    <dgm:cxn modelId="{E37900A9-4CE7-4A42-B80B-4380F91B7A19}" type="presParOf" srcId="{66B3A0E4-30BE-46B0-A0C1-546622A657FA}" destId="{9EADCE79-6FF0-4D13-A034-ADAD8CDE2470}" srcOrd="4" destOrd="0" presId="urn:microsoft.com/office/officeart/2005/8/layout/default"/>
    <dgm:cxn modelId="{46017832-AC2B-445D-BA5A-E9A191C4CB75}" type="presParOf" srcId="{66B3A0E4-30BE-46B0-A0C1-546622A657FA}" destId="{578A664D-07FA-45C2-9062-521FCD4DEDFE}" srcOrd="5" destOrd="0" presId="urn:microsoft.com/office/officeart/2005/8/layout/default"/>
    <dgm:cxn modelId="{9F839196-1B66-4BC6-91F9-80C9BA1E48EC}" type="presParOf" srcId="{66B3A0E4-30BE-46B0-A0C1-546622A657FA}" destId="{A020BC64-8059-47F5-9C72-D091E5ED68D9}" srcOrd="6" destOrd="0" presId="urn:microsoft.com/office/officeart/2005/8/layout/default"/>
    <dgm:cxn modelId="{B6C61D94-B9BD-40D3-A722-F9BC5C28619C}" type="presParOf" srcId="{66B3A0E4-30BE-46B0-A0C1-546622A657FA}" destId="{872D5D44-CA4D-489D-900A-5F7E424F711F}" srcOrd="7" destOrd="0" presId="urn:microsoft.com/office/officeart/2005/8/layout/default"/>
    <dgm:cxn modelId="{47A7C835-25F9-43AB-A7AD-13BCD65DCECF}" type="presParOf" srcId="{66B3A0E4-30BE-46B0-A0C1-546622A657FA}" destId="{0946DFFE-5E39-4D1B-8C53-8BC16F5D9C9D}" srcOrd="8" destOrd="0" presId="urn:microsoft.com/office/officeart/2005/8/layout/default"/>
    <dgm:cxn modelId="{F30E5360-19E6-4130-8113-649149150A82}" type="presParOf" srcId="{66B3A0E4-30BE-46B0-A0C1-546622A657FA}" destId="{99985113-375D-4F10-A00C-11BC62B7CCD6}" srcOrd="9" destOrd="0" presId="urn:microsoft.com/office/officeart/2005/8/layout/default"/>
    <dgm:cxn modelId="{7DDF9000-8470-4640-AD0E-85185DABCA71}" type="presParOf" srcId="{66B3A0E4-30BE-46B0-A0C1-546622A657FA}" destId="{AD8CBA65-313B-4D88-A049-513AF931C188}" srcOrd="10" destOrd="0" presId="urn:microsoft.com/office/officeart/2005/8/layout/default"/>
    <dgm:cxn modelId="{2383BEA2-903D-47D1-B72A-6ABD9A3C5CB9}" type="presParOf" srcId="{66B3A0E4-30BE-46B0-A0C1-546622A657FA}" destId="{2092865E-6377-42C8-AAAA-FF5FCA8C2B47}" srcOrd="11" destOrd="0" presId="urn:microsoft.com/office/officeart/2005/8/layout/default"/>
    <dgm:cxn modelId="{379A204E-8E3E-48AE-897F-FFB2DC945D5A}" type="presParOf" srcId="{66B3A0E4-30BE-46B0-A0C1-546622A657FA}" destId="{C9658783-3736-4F3B-9093-5BBF2D3C1BE1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49E27C-B074-4DEE-A51C-C1F2485C074D}">
      <dsp:nvSpPr>
        <dsp:cNvPr id="0" name=""/>
        <dsp:cNvSpPr/>
      </dsp:nvSpPr>
      <dsp:spPr>
        <a:xfrm>
          <a:off x="7257926" y="2499192"/>
          <a:ext cx="91440" cy="46538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6538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40D9FD-1B12-42A2-AA38-93A542AF12D5}">
      <dsp:nvSpPr>
        <dsp:cNvPr id="0" name=""/>
        <dsp:cNvSpPr/>
      </dsp:nvSpPr>
      <dsp:spPr>
        <a:xfrm>
          <a:off x="5072956" y="1017701"/>
          <a:ext cx="2230689" cy="4653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7144"/>
              </a:lnTo>
              <a:lnTo>
                <a:pt x="2230689" y="317144"/>
              </a:lnTo>
              <a:lnTo>
                <a:pt x="2230689" y="4653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09E421-38BA-4FB4-88C8-EC230A63CD48}">
      <dsp:nvSpPr>
        <dsp:cNvPr id="0" name=""/>
        <dsp:cNvSpPr/>
      </dsp:nvSpPr>
      <dsp:spPr>
        <a:xfrm>
          <a:off x="5005114" y="1017701"/>
          <a:ext cx="91440" cy="465382"/>
        </a:xfrm>
        <a:custGeom>
          <a:avLst/>
          <a:gdLst/>
          <a:ahLst/>
          <a:cxnLst/>
          <a:rect l="0" t="0" r="0" b="0"/>
          <a:pathLst>
            <a:path>
              <a:moveTo>
                <a:pt x="67842" y="0"/>
              </a:moveTo>
              <a:lnTo>
                <a:pt x="67842" y="317144"/>
              </a:lnTo>
              <a:lnTo>
                <a:pt x="45720" y="317144"/>
              </a:lnTo>
              <a:lnTo>
                <a:pt x="45720" y="4653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6065B2-22FE-409F-8EAF-861CC4107590}">
      <dsp:nvSpPr>
        <dsp:cNvPr id="0" name=""/>
        <dsp:cNvSpPr/>
      </dsp:nvSpPr>
      <dsp:spPr>
        <a:xfrm>
          <a:off x="2820144" y="2499192"/>
          <a:ext cx="1955764" cy="4653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7144"/>
              </a:lnTo>
              <a:lnTo>
                <a:pt x="1955764" y="317144"/>
              </a:lnTo>
              <a:lnTo>
                <a:pt x="1955764" y="46538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B48F89-18CB-4559-9735-E107366A319D}">
      <dsp:nvSpPr>
        <dsp:cNvPr id="0" name=""/>
        <dsp:cNvSpPr/>
      </dsp:nvSpPr>
      <dsp:spPr>
        <a:xfrm>
          <a:off x="2774424" y="2499192"/>
          <a:ext cx="91440" cy="46538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6538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44F264-8FB6-4B71-9657-FC3DAC0E387B}">
      <dsp:nvSpPr>
        <dsp:cNvPr id="0" name=""/>
        <dsp:cNvSpPr/>
      </dsp:nvSpPr>
      <dsp:spPr>
        <a:xfrm>
          <a:off x="864380" y="2499192"/>
          <a:ext cx="1955764" cy="465382"/>
        </a:xfrm>
        <a:custGeom>
          <a:avLst/>
          <a:gdLst/>
          <a:ahLst/>
          <a:cxnLst/>
          <a:rect l="0" t="0" r="0" b="0"/>
          <a:pathLst>
            <a:path>
              <a:moveTo>
                <a:pt x="1955764" y="0"/>
              </a:moveTo>
              <a:lnTo>
                <a:pt x="1955764" y="317144"/>
              </a:lnTo>
              <a:lnTo>
                <a:pt x="0" y="317144"/>
              </a:lnTo>
              <a:lnTo>
                <a:pt x="0" y="46538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EDBC92-32A1-49F9-94E9-7483DDE7E40B}">
      <dsp:nvSpPr>
        <dsp:cNvPr id="0" name=""/>
        <dsp:cNvSpPr/>
      </dsp:nvSpPr>
      <dsp:spPr>
        <a:xfrm>
          <a:off x="2820144" y="1017701"/>
          <a:ext cx="2252811" cy="465382"/>
        </a:xfrm>
        <a:custGeom>
          <a:avLst/>
          <a:gdLst/>
          <a:ahLst/>
          <a:cxnLst/>
          <a:rect l="0" t="0" r="0" b="0"/>
          <a:pathLst>
            <a:path>
              <a:moveTo>
                <a:pt x="2252811" y="0"/>
              </a:moveTo>
              <a:lnTo>
                <a:pt x="2252811" y="317144"/>
              </a:lnTo>
              <a:lnTo>
                <a:pt x="0" y="317144"/>
              </a:lnTo>
              <a:lnTo>
                <a:pt x="0" y="4653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0C5C29-9641-470A-8CF1-98DCF1E70D25}">
      <dsp:nvSpPr>
        <dsp:cNvPr id="0" name=""/>
        <dsp:cNvSpPr/>
      </dsp:nvSpPr>
      <dsp:spPr>
        <a:xfrm>
          <a:off x="3934875" y="1593"/>
          <a:ext cx="2276162" cy="10161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243D0F-49E9-4624-B9D1-DA584AED8B03}">
      <dsp:nvSpPr>
        <dsp:cNvPr id="0" name=""/>
        <dsp:cNvSpPr/>
      </dsp:nvSpPr>
      <dsp:spPr>
        <a:xfrm>
          <a:off x="4112672" y="170499"/>
          <a:ext cx="2276162" cy="10161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800" b="1" kern="1200" dirty="0" smtClean="0"/>
            <a:t>Hariharan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800" kern="1200" dirty="0" smtClean="0"/>
            <a:t>(Head-IT &amp; Systems)</a:t>
          </a:r>
          <a:endParaRPr lang="en-GB" sz="1800" kern="1200" dirty="0"/>
        </a:p>
      </dsp:txBody>
      <dsp:txXfrm>
        <a:off x="4142433" y="200260"/>
        <a:ext cx="2216640" cy="956586"/>
      </dsp:txXfrm>
    </dsp:sp>
    <dsp:sp modelId="{55A5E781-0B7B-412D-A76A-DE507C15BC6C}">
      <dsp:nvSpPr>
        <dsp:cNvPr id="0" name=""/>
        <dsp:cNvSpPr/>
      </dsp:nvSpPr>
      <dsp:spPr>
        <a:xfrm>
          <a:off x="1880348" y="1483084"/>
          <a:ext cx="1879592" cy="10161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5F7CD7-92BD-4380-AF1B-AB0D2D7DB8B2}">
      <dsp:nvSpPr>
        <dsp:cNvPr id="0" name=""/>
        <dsp:cNvSpPr/>
      </dsp:nvSpPr>
      <dsp:spPr>
        <a:xfrm>
          <a:off x="2058145" y="1651991"/>
          <a:ext cx="1879592" cy="10161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800" b="1" kern="1200" dirty="0" smtClean="0"/>
            <a:t>Dhirendra Singh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800" kern="1200" dirty="0" smtClean="0"/>
            <a:t>(IT Facilities &amp; Support)</a:t>
          </a:r>
          <a:endParaRPr lang="en-GB" sz="1800" kern="1200" dirty="0"/>
        </a:p>
      </dsp:txBody>
      <dsp:txXfrm>
        <a:off x="2087906" y="1681752"/>
        <a:ext cx="1820070" cy="956586"/>
      </dsp:txXfrm>
    </dsp:sp>
    <dsp:sp modelId="{7C128272-073D-4FB3-9A9A-740C16F04C5A}">
      <dsp:nvSpPr>
        <dsp:cNvPr id="0" name=""/>
        <dsp:cNvSpPr/>
      </dsp:nvSpPr>
      <dsp:spPr>
        <a:xfrm>
          <a:off x="64295" y="2964575"/>
          <a:ext cx="1600170" cy="10161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8572EA-FC07-428B-B9B8-080DD1FF6294}">
      <dsp:nvSpPr>
        <dsp:cNvPr id="0" name=""/>
        <dsp:cNvSpPr/>
      </dsp:nvSpPr>
      <dsp:spPr>
        <a:xfrm>
          <a:off x="242092" y="3133482"/>
          <a:ext cx="1600170" cy="10161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800" b="1" kern="1200" dirty="0" smtClean="0"/>
            <a:t>Vinay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800" kern="1200" dirty="0" smtClean="0"/>
            <a:t>(</a:t>
          </a:r>
          <a:r>
            <a:rPr lang="en-GB" sz="1800" kern="1200" dirty="0" smtClean="0"/>
            <a:t>Helpdesk Support)</a:t>
          </a:r>
          <a:endParaRPr lang="en-GB" sz="1800" kern="1200" dirty="0"/>
        </a:p>
      </dsp:txBody>
      <dsp:txXfrm>
        <a:off x="271853" y="3163243"/>
        <a:ext cx="1540648" cy="956586"/>
      </dsp:txXfrm>
    </dsp:sp>
    <dsp:sp modelId="{8F05C8A6-EEFB-4514-AF7C-E8E88B972781}">
      <dsp:nvSpPr>
        <dsp:cNvPr id="0" name=""/>
        <dsp:cNvSpPr/>
      </dsp:nvSpPr>
      <dsp:spPr>
        <a:xfrm>
          <a:off x="2020059" y="2964575"/>
          <a:ext cx="1600170" cy="10161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692811-3C60-47C3-BA41-533DC48F95E9}">
      <dsp:nvSpPr>
        <dsp:cNvPr id="0" name=""/>
        <dsp:cNvSpPr/>
      </dsp:nvSpPr>
      <dsp:spPr>
        <a:xfrm>
          <a:off x="2197856" y="3133482"/>
          <a:ext cx="1600170" cy="10161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800" b="1" kern="1200" dirty="0" smtClean="0"/>
            <a:t>Bhupender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800" kern="1200" dirty="0" smtClean="0"/>
            <a:t>(E-mail Support)</a:t>
          </a:r>
          <a:endParaRPr lang="en-GB" sz="1800" kern="1200" dirty="0"/>
        </a:p>
      </dsp:txBody>
      <dsp:txXfrm>
        <a:off x="2227617" y="3163243"/>
        <a:ext cx="1540648" cy="956586"/>
      </dsp:txXfrm>
    </dsp:sp>
    <dsp:sp modelId="{0223F492-C95A-4803-AEF4-13AB54592055}">
      <dsp:nvSpPr>
        <dsp:cNvPr id="0" name=""/>
        <dsp:cNvSpPr/>
      </dsp:nvSpPr>
      <dsp:spPr>
        <a:xfrm>
          <a:off x="3975823" y="2964575"/>
          <a:ext cx="1600170" cy="10161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3D9AFD-9D06-4B08-B984-9F6A707D953F}">
      <dsp:nvSpPr>
        <dsp:cNvPr id="0" name=""/>
        <dsp:cNvSpPr/>
      </dsp:nvSpPr>
      <dsp:spPr>
        <a:xfrm>
          <a:off x="4153620" y="3133482"/>
          <a:ext cx="1600170" cy="10161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800" b="1" kern="1200" dirty="0" smtClean="0"/>
            <a:t>Praveen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800" kern="1200" dirty="0" smtClean="0"/>
            <a:t>(IT Security</a:t>
          </a:r>
          <a:r>
            <a:rPr lang="en-GB" sz="1800" kern="1200" dirty="0" smtClean="0"/>
            <a:t>)</a:t>
          </a:r>
          <a:endParaRPr lang="en-GB" sz="1800" kern="1200" dirty="0"/>
        </a:p>
      </dsp:txBody>
      <dsp:txXfrm>
        <a:off x="4183381" y="3163243"/>
        <a:ext cx="1540648" cy="956586"/>
      </dsp:txXfrm>
    </dsp:sp>
    <dsp:sp modelId="{2517B15E-F8A3-4B0D-84C6-9ADF1836C397}">
      <dsp:nvSpPr>
        <dsp:cNvPr id="0" name=""/>
        <dsp:cNvSpPr/>
      </dsp:nvSpPr>
      <dsp:spPr>
        <a:xfrm>
          <a:off x="4115534" y="1483084"/>
          <a:ext cx="1870599" cy="10161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CDEA14-F245-48F4-9832-125065A01019}">
      <dsp:nvSpPr>
        <dsp:cNvPr id="0" name=""/>
        <dsp:cNvSpPr/>
      </dsp:nvSpPr>
      <dsp:spPr>
        <a:xfrm>
          <a:off x="4293331" y="1651991"/>
          <a:ext cx="1870599" cy="10161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800" b="1" kern="1200" dirty="0" smtClean="0"/>
            <a:t>Lalit Gupta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800" kern="1200" dirty="0" smtClean="0"/>
            <a:t>(HR, Engineering Applications)</a:t>
          </a:r>
          <a:endParaRPr lang="en-GB" sz="1800" kern="1200" dirty="0"/>
        </a:p>
      </dsp:txBody>
      <dsp:txXfrm>
        <a:off x="4323092" y="1681752"/>
        <a:ext cx="1811077" cy="956586"/>
      </dsp:txXfrm>
    </dsp:sp>
    <dsp:sp modelId="{277DCC10-3C4C-4DBB-8FF7-241E4E11B661}">
      <dsp:nvSpPr>
        <dsp:cNvPr id="0" name=""/>
        <dsp:cNvSpPr/>
      </dsp:nvSpPr>
      <dsp:spPr>
        <a:xfrm>
          <a:off x="6341727" y="1483084"/>
          <a:ext cx="1923837" cy="10161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74055F-39FB-40D0-A07F-66B5102D7CE2}">
      <dsp:nvSpPr>
        <dsp:cNvPr id="0" name=""/>
        <dsp:cNvSpPr/>
      </dsp:nvSpPr>
      <dsp:spPr>
        <a:xfrm>
          <a:off x="6519524" y="1651991"/>
          <a:ext cx="1923837" cy="10161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800" b="1" kern="1200" dirty="0" smtClean="0"/>
            <a:t>Veena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800" kern="1200" dirty="0" smtClean="0"/>
            <a:t>(ERP Applications)</a:t>
          </a:r>
          <a:endParaRPr lang="en-GB" sz="1800" kern="1200" dirty="0"/>
        </a:p>
      </dsp:txBody>
      <dsp:txXfrm>
        <a:off x="6549285" y="1681752"/>
        <a:ext cx="1864315" cy="956586"/>
      </dsp:txXfrm>
    </dsp:sp>
    <dsp:sp modelId="{95CD6972-2B11-4909-9984-F2181DCEF4AB}">
      <dsp:nvSpPr>
        <dsp:cNvPr id="0" name=""/>
        <dsp:cNvSpPr/>
      </dsp:nvSpPr>
      <dsp:spPr>
        <a:xfrm>
          <a:off x="6503560" y="2964575"/>
          <a:ext cx="1600170" cy="10161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3D440A-D67F-442B-86C6-4864E8A61D40}">
      <dsp:nvSpPr>
        <dsp:cNvPr id="0" name=""/>
        <dsp:cNvSpPr/>
      </dsp:nvSpPr>
      <dsp:spPr>
        <a:xfrm>
          <a:off x="6681357" y="3133482"/>
          <a:ext cx="1600170" cy="10161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800" kern="1200" dirty="0" smtClean="0"/>
            <a:t>Pankaj Gupta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800" kern="1200" dirty="0" smtClean="0"/>
            <a:t>(ERP Support)</a:t>
          </a:r>
          <a:endParaRPr lang="en-GB" sz="1800" kern="1200" dirty="0"/>
        </a:p>
      </dsp:txBody>
      <dsp:txXfrm>
        <a:off x="6711118" y="3163243"/>
        <a:ext cx="1540648" cy="9565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C5C9B2-C270-46A3-8E5B-330F747B0D88}">
      <dsp:nvSpPr>
        <dsp:cNvPr id="0" name=""/>
        <dsp:cNvSpPr/>
      </dsp:nvSpPr>
      <dsp:spPr>
        <a:xfrm rot="5400000">
          <a:off x="2730564" y="77267"/>
          <a:ext cx="1144322" cy="995560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kern="1200" dirty="0" smtClean="0"/>
            <a:t>HRIS</a:t>
          </a:r>
          <a:endParaRPr lang="en-GB" sz="2000" kern="1200" dirty="0"/>
        </a:p>
      </dsp:txBody>
      <dsp:txXfrm rot="-5400000">
        <a:off x="2960086" y="181211"/>
        <a:ext cx="685278" cy="787675"/>
      </dsp:txXfrm>
    </dsp:sp>
    <dsp:sp modelId="{AD6F1B2D-9BAB-4A86-A520-F9BBFB5675B4}">
      <dsp:nvSpPr>
        <dsp:cNvPr id="0" name=""/>
        <dsp:cNvSpPr/>
      </dsp:nvSpPr>
      <dsp:spPr>
        <a:xfrm>
          <a:off x="3830716" y="231751"/>
          <a:ext cx="1277064" cy="686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3100" kern="1200" dirty="0"/>
        </a:p>
      </dsp:txBody>
      <dsp:txXfrm>
        <a:off x="3830716" y="231751"/>
        <a:ext cx="1277064" cy="686593"/>
      </dsp:txXfrm>
    </dsp:sp>
    <dsp:sp modelId="{A6221CE3-C4AC-468E-830C-92AB8A88C792}">
      <dsp:nvSpPr>
        <dsp:cNvPr id="0" name=""/>
        <dsp:cNvSpPr/>
      </dsp:nvSpPr>
      <dsp:spPr>
        <a:xfrm rot="5400000">
          <a:off x="1655359" y="77267"/>
          <a:ext cx="1144322" cy="995560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kern="1200" dirty="0" smtClean="0"/>
            <a:t>ERP</a:t>
          </a:r>
          <a:endParaRPr lang="en-GB" sz="2000" kern="1200" dirty="0"/>
        </a:p>
      </dsp:txBody>
      <dsp:txXfrm rot="-5400000">
        <a:off x="1884881" y="181211"/>
        <a:ext cx="685278" cy="787675"/>
      </dsp:txXfrm>
    </dsp:sp>
    <dsp:sp modelId="{89CF2B4D-8EE3-4303-BE59-6B1831E67C44}">
      <dsp:nvSpPr>
        <dsp:cNvPr id="0" name=""/>
        <dsp:cNvSpPr/>
      </dsp:nvSpPr>
      <dsp:spPr>
        <a:xfrm rot="5400000">
          <a:off x="2190902" y="1048568"/>
          <a:ext cx="1144322" cy="995560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kern="1200" dirty="0" smtClean="0"/>
            <a:t>PLM</a:t>
          </a:r>
          <a:endParaRPr lang="en-GB" sz="2000" kern="1200" dirty="0"/>
        </a:p>
      </dsp:txBody>
      <dsp:txXfrm rot="-5400000">
        <a:off x="2420424" y="1152512"/>
        <a:ext cx="685278" cy="787675"/>
      </dsp:txXfrm>
    </dsp:sp>
    <dsp:sp modelId="{49CF29B0-A7B7-4FC7-9215-2CCEF1475892}">
      <dsp:nvSpPr>
        <dsp:cNvPr id="0" name=""/>
        <dsp:cNvSpPr/>
      </dsp:nvSpPr>
      <dsp:spPr>
        <a:xfrm>
          <a:off x="988218" y="1203052"/>
          <a:ext cx="1235868" cy="686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3100" kern="1200" dirty="0"/>
        </a:p>
      </dsp:txBody>
      <dsp:txXfrm>
        <a:off x="988218" y="1203052"/>
        <a:ext cx="1235868" cy="686593"/>
      </dsp:txXfrm>
    </dsp:sp>
    <dsp:sp modelId="{6D6BA26F-3EAA-4DA0-B33E-3864A83D814F}">
      <dsp:nvSpPr>
        <dsp:cNvPr id="0" name=""/>
        <dsp:cNvSpPr/>
      </dsp:nvSpPr>
      <dsp:spPr>
        <a:xfrm rot="5400000">
          <a:off x="3266107" y="1048568"/>
          <a:ext cx="1144322" cy="995560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kern="1200" dirty="0" smtClean="0"/>
            <a:t>CAD</a:t>
          </a:r>
          <a:endParaRPr lang="en-GB" sz="2000" kern="1200" dirty="0"/>
        </a:p>
      </dsp:txBody>
      <dsp:txXfrm rot="-5400000">
        <a:off x="3495629" y="1152512"/>
        <a:ext cx="685278" cy="787675"/>
      </dsp:txXfrm>
    </dsp:sp>
    <dsp:sp modelId="{1337574E-5A1E-44CE-B4EB-27275A62F5EB}">
      <dsp:nvSpPr>
        <dsp:cNvPr id="0" name=""/>
        <dsp:cNvSpPr/>
      </dsp:nvSpPr>
      <dsp:spPr>
        <a:xfrm rot="5400000">
          <a:off x="2730564" y="2019870"/>
          <a:ext cx="1144322" cy="995560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kern="1200" dirty="0" smtClean="0"/>
            <a:t>Apps</a:t>
          </a:r>
          <a:endParaRPr lang="en-GB" sz="2000" kern="1200" dirty="0"/>
        </a:p>
      </dsp:txBody>
      <dsp:txXfrm rot="-5400000">
        <a:off x="2960086" y="2123814"/>
        <a:ext cx="685278" cy="787675"/>
      </dsp:txXfrm>
    </dsp:sp>
    <dsp:sp modelId="{11E31C06-BA01-4165-AB20-0D231852A62B}">
      <dsp:nvSpPr>
        <dsp:cNvPr id="0" name=""/>
        <dsp:cNvSpPr/>
      </dsp:nvSpPr>
      <dsp:spPr>
        <a:xfrm>
          <a:off x="3830716" y="2174353"/>
          <a:ext cx="1277064" cy="686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3100" kern="1200" dirty="0"/>
        </a:p>
      </dsp:txBody>
      <dsp:txXfrm>
        <a:off x="3830716" y="2174353"/>
        <a:ext cx="1277064" cy="686593"/>
      </dsp:txXfrm>
    </dsp:sp>
    <dsp:sp modelId="{A9C77E33-64A3-430C-BAB2-47B0991A9039}">
      <dsp:nvSpPr>
        <dsp:cNvPr id="0" name=""/>
        <dsp:cNvSpPr/>
      </dsp:nvSpPr>
      <dsp:spPr>
        <a:xfrm rot="5400000">
          <a:off x="1655359" y="2019870"/>
          <a:ext cx="1144322" cy="995560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kern="1200" dirty="0" smtClean="0"/>
            <a:t>DMS</a:t>
          </a:r>
          <a:endParaRPr lang="en-GB" sz="2000" kern="1200" dirty="0"/>
        </a:p>
      </dsp:txBody>
      <dsp:txXfrm rot="-5400000">
        <a:off x="1884881" y="2123814"/>
        <a:ext cx="685278" cy="787675"/>
      </dsp:txXfrm>
    </dsp:sp>
    <dsp:sp modelId="{07FDE53A-B6B1-455C-8090-344304EEB02F}">
      <dsp:nvSpPr>
        <dsp:cNvPr id="0" name=""/>
        <dsp:cNvSpPr/>
      </dsp:nvSpPr>
      <dsp:spPr>
        <a:xfrm rot="5400000">
          <a:off x="2190902" y="2991171"/>
          <a:ext cx="1144322" cy="995560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kern="1200" smtClean="0"/>
            <a:t>Intranet</a:t>
          </a:r>
          <a:endParaRPr lang="en-GB" sz="2000" kern="1200" dirty="0"/>
        </a:p>
      </dsp:txBody>
      <dsp:txXfrm rot="-5400000">
        <a:off x="2420424" y="3095115"/>
        <a:ext cx="685278" cy="787675"/>
      </dsp:txXfrm>
    </dsp:sp>
    <dsp:sp modelId="{A3730BDB-9333-4267-8847-CB6E18C5DA3B}">
      <dsp:nvSpPr>
        <dsp:cNvPr id="0" name=""/>
        <dsp:cNvSpPr/>
      </dsp:nvSpPr>
      <dsp:spPr>
        <a:xfrm>
          <a:off x="988218" y="3145655"/>
          <a:ext cx="1235868" cy="686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B95B54-5FC6-4271-A0DB-EF5C40F372DA}">
      <dsp:nvSpPr>
        <dsp:cNvPr id="0" name=""/>
        <dsp:cNvSpPr/>
      </dsp:nvSpPr>
      <dsp:spPr>
        <a:xfrm rot="5400000">
          <a:off x="3266107" y="2991171"/>
          <a:ext cx="1144322" cy="995560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kern="1200" dirty="0" smtClean="0"/>
            <a:t>…</a:t>
          </a:r>
          <a:endParaRPr lang="en-GB" sz="2000" kern="1200" dirty="0"/>
        </a:p>
      </dsp:txBody>
      <dsp:txXfrm rot="-5400000">
        <a:off x="3495629" y="3095115"/>
        <a:ext cx="685278" cy="78767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56624" cy="46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067" tIns="48033" rIns="96067" bIns="48033" numCol="1" anchor="t" anchorCtr="0" compatLnSpc="1">
            <a:prstTxWarp prst="textNoShape">
              <a:avLst/>
            </a:prstTxWarp>
          </a:bodyPr>
          <a:lstStyle>
            <a:lvl1pPr defTabSz="960783" eaLnBrk="1" hangingPunct="1">
              <a:defRPr sz="1300">
                <a:solidFill>
                  <a:schemeClr val="tx1"/>
                </a:solidFill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92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5064" y="1"/>
            <a:ext cx="3056624" cy="46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067" tIns="48033" rIns="96067" bIns="48033" numCol="1" anchor="t" anchorCtr="0" compatLnSpc="1">
            <a:prstTxWarp prst="textNoShape">
              <a:avLst/>
            </a:prstTxWarp>
          </a:bodyPr>
          <a:lstStyle>
            <a:lvl1pPr algn="r" defTabSz="960783" eaLnBrk="1" hangingPunct="1">
              <a:defRPr sz="1300">
                <a:solidFill>
                  <a:schemeClr val="tx1"/>
                </a:solidFill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92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887946"/>
            <a:ext cx="3056624" cy="46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067" tIns="48033" rIns="96067" bIns="48033" numCol="1" anchor="b" anchorCtr="0" compatLnSpc="1">
            <a:prstTxWarp prst="textNoShape">
              <a:avLst/>
            </a:prstTxWarp>
          </a:bodyPr>
          <a:lstStyle>
            <a:lvl1pPr defTabSz="960783" eaLnBrk="1" hangingPunct="1">
              <a:defRPr sz="1300">
                <a:solidFill>
                  <a:schemeClr val="tx1"/>
                </a:solidFill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92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5064" y="8887946"/>
            <a:ext cx="3056624" cy="46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067" tIns="48033" rIns="96067" bIns="48033" numCol="1" anchor="b" anchorCtr="0" compatLnSpc="1">
            <a:prstTxWarp prst="textNoShape">
              <a:avLst/>
            </a:prstTxWarp>
          </a:bodyPr>
          <a:lstStyle>
            <a:lvl1pPr algn="r" defTabSz="960783" eaLnBrk="1" hangingPunct="1">
              <a:defRPr sz="1300">
                <a:solidFill>
                  <a:schemeClr val="tx1"/>
                </a:solidFill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60F43FF6-1B41-42D8-95EF-86067A5858E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9559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56624" cy="46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067" tIns="48033" rIns="96067" bIns="48033" numCol="1" anchor="t" anchorCtr="0" compatLnSpc="1">
            <a:prstTxWarp prst="textNoShape">
              <a:avLst/>
            </a:prstTxWarp>
          </a:bodyPr>
          <a:lstStyle>
            <a:lvl1pPr defTabSz="960783" eaLnBrk="1" hangingPunct="1">
              <a:defRPr sz="1300">
                <a:solidFill>
                  <a:schemeClr val="tx1"/>
                </a:solidFill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935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95064" y="1"/>
            <a:ext cx="3056624" cy="46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067" tIns="48033" rIns="96067" bIns="48033" numCol="1" anchor="t" anchorCtr="0" compatLnSpc="1">
            <a:prstTxWarp prst="textNoShape">
              <a:avLst/>
            </a:prstTxWarp>
          </a:bodyPr>
          <a:lstStyle>
            <a:lvl1pPr algn="r" defTabSz="960783" eaLnBrk="1" hangingPunct="1">
              <a:defRPr sz="1300">
                <a:solidFill>
                  <a:schemeClr val="tx1"/>
                </a:solidFill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7450" y="703263"/>
            <a:ext cx="4678363" cy="35083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35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5012" y="4442523"/>
            <a:ext cx="5643242" cy="4211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067" tIns="48033" rIns="96067" bIns="4803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 smtClean="0"/>
              <a:t>Click to edit Master text styles</a:t>
            </a:r>
          </a:p>
          <a:p>
            <a:pPr lvl="1"/>
            <a:r>
              <a:rPr lang="en-US" altLang="zh-CN" noProof="0" smtClean="0"/>
              <a:t>Second level</a:t>
            </a:r>
          </a:p>
          <a:p>
            <a:pPr lvl="2"/>
            <a:r>
              <a:rPr lang="en-US" altLang="zh-CN" noProof="0" smtClean="0"/>
              <a:t>Third level</a:t>
            </a:r>
          </a:p>
          <a:p>
            <a:pPr lvl="3"/>
            <a:r>
              <a:rPr lang="en-US" altLang="zh-CN" noProof="0" smtClean="0"/>
              <a:t>Fourth level</a:t>
            </a:r>
          </a:p>
          <a:p>
            <a:pPr lvl="4"/>
            <a:r>
              <a:rPr lang="en-US" altLang="zh-CN" noProof="0" smtClean="0"/>
              <a:t>Fifth level</a:t>
            </a:r>
          </a:p>
        </p:txBody>
      </p:sp>
      <p:sp>
        <p:nvSpPr>
          <p:cNvPr id="1935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887946"/>
            <a:ext cx="3056624" cy="46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067" tIns="48033" rIns="96067" bIns="48033" numCol="1" anchor="b" anchorCtr="0" compatLnSpc="1">
            <a:prstTxWarp prst="textNoShape">
              <a:avLst/>
            </a:prstTxWarp>
          </a:bodyPr>
          <a:lstStyle>
            <a:lvl1pPr defTabSz="960783" eaLnBrk="1" hangingPunct="1">
              <a:defRPr sz="1300">
                <a:solidFill>
                  <a:schemeClr val="tx1"/>
                </a:solidFill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935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95064" y="8887946"/>
            <a:ext cx="3056624" cy="46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067" tIns="48033" rIns="96067" bIns="48033" numCol="1" anchor="b" anchorCtr="0" compatLnSpc="1">
            <a:prstTxWarp prst="textNoShape">
              <a:avLst/>
            </a:prstTxWarp>
          </a:bodyPr>
          <a:lstStyle>
            <a:lvl1pPr algn="r" defTabSz="960783" eaLnBrk="1" hangingPunct="1">
              <a:defRPr sz="1300">
                <a:solidFill>
                  <a:schemeClr val="tx1"/>
                </a:solidFill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B6855E72-B805-4914-9B71-3767A2B488F3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398450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7450" y="703263"/>
            <a:ext cx="4678363" cy="3508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6855E72-B805-4914-9B71-3767A2B488F3}" type="slidenum">
              <a:rPr lang="zh-CN" altLang="en-US" smtClean="0"/>
              <a:pPr>
                <a:defRPr/>
              </a:pPr>
              <a:t>1</a:t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7450" y="701675"/>
            <a:ext cx="4678363" cy="3508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6855E72-B805-4914-9B71-3767A2B488F3}" type="slidenum">
              <a:rPr lang="zh-CN" altLang="en-US" smtClean="0"/>
              <a:pPr>
                <a:defRPr/>
              </a:pPr>
              <a:t>4</a:t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7450" y="701675"/>
            <a:ext cx="4678363" cy="3508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6855E72-B805-4914-9B71-3767A2B488F3}" type="slidenum">
              <a:rPr lang="zh-CN" altLang="en-US" smtClean="0"/>
              <a:pPr>
                <a:defRPr/>
              </a:pPr>
              <a:t>5</a:t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7450" y="701675"/>
            <a:ext cx="4678363" cy="3508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6855E72-B805-4914-9B71-3767A2B488F3}" type="slidenum">
              <a:rPr lang="zh-CN" altLang="en-US" smtClean="0"/>
              <a:pPr>
                <a:defRPr/>
              </a:pPr>
              <a:t>8</a:t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7450" y="701675"/>
            <a:ext cx="4678363" cy="3508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6855E72-B805-4914-9B71-3767A2B488F3}" type="slidenum">
              <a:rPr lang="zh-CN" altLang="en-US" smtClean="0"/>
              <a:pPr>
                <a:defRPr/>
              </a:pPr>
              <a:t>9</a:t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7450" y="701675"/>
            <a:ext cx="4678363" cy="3508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6855E72-B805-4914-9B71-3767A2B488F3}" type="slidenum">
              <a:rPr lang="zh-CN" altLang="en-US" smtClean="0"/>
              <a:pPr>
                <a:defRPr/>
              </a:pPr>
              <a:t>13</a:t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7450" y="701675"/>
            <a:ext cx="4678363" cy="3508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6855E72-B805-4914-9B71-3767A2B488F3}" type="slidenum">
              <a:rPr lang="zh-CN" altLang="en-US" smtClean="0"/>
              <a:pPr>
                <a:defRPr/>
              </a:pPr>
              <a:t>14</a:t>
            </a:fld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685800" y="885429"/>
            <a:ext cx="7772400" cy="857229"/>
          </a:xfrm>
        </p:spPr>
        <p:txBody>
          <a:bodyPr/>
          <a:lstStyle>
            <a:lvl1pPr algn="ctr">
              <a:defRPr sz="3800" baseline="0">
                <a:solidFill>
                  <a:srgbClr val="1B2950"/>
                </a:solidFill>
                <a:effectLst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1371600" y="1839726"/>
            <a:ext cx="6400800" cy="714849"/>
          </a:xfrm>
        </p:spPr>
        <p:txBody>
          <a:bodyPr/>
          <a:lstStyle>
            <a:lvl1pPr marL="0" indent="0" algn="ctr">
              <a:buNone/>
              <a:defRPr baseline="0">
                <a:solidFill>
                  <a:srgbClr val="3288C4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 smtClean="0"/>
              <a:t>Click to edit Master subtitle style</a:t>
            </a:r>
            <a:endParaRPr lang="en-IN" dirty="0"/>
          </a:p>
        </p:txBody>
      </p:sp>
      <p:sp>
        <p:nvSpPr>
          <p:cNvPr id="4" name="Rectangle 13"/>
          <p:cNvSpPr>
            <a:spLocks noChangeArrowheads="1"/>
          </p:cNvSpPr>
          <p:nvPr userDrawn="1"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5A8EAC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30629" y="60235"/>
            <a:ext cx="9000000" cy="702000"/>
          </a:xfrm>
          <a:noFill/>
          <a:ln>
            <a:noFill/>
          </a:ln>
        </p:spPr>
        <p:txBody>
          <a:bodyPr/>
          <a:lstStyle>
            <a:lvl1pPr>
              <a:defRPr sz="3600" b="1">
                <a:solidFill>
                  <a:srgbClr val="52527C"/>
                </a:solidFill>
                <a:effectLst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cxnSp>
        <p:nvCxnSpPr>
          <p:cNvPr id="10" name="Straight Connector 9"/>
          <p:cNvCxnSpPr/>
          <p:nvPr userDrawn="1"/>
        </p:nvCxnSpPr>
        <p:spPr bwMode="auto">
          <a:xfrm>
            <a:off x="232228" y="762235"/>
            <a:ext cx="8910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3288C4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DA8F00A-5471-46D0-8328-9493E588D2A8}" type="datetimeFigureOut">
              <a:rPr lang="en-IN" smtClean="0"/>
              <a:t>11-02-2019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56567D21-90CD-4A48-82A3-79E9AAB116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4961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43000"/>
            <a:ext cx="8229600" cy="5165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 smtClean="0"/>
              <a:t>Click to edit Master text styles</a:t>
            </a:r>
          </a:p>
          <a:p>
            <a:pPr lvl="1"/>
            <a:r>
              <a:rPr lang="en-US" altLang="zh-CN" dirty="0" smtClean="0"/>
              <a:t>Second level</a:t>
            </a:r>
          </a:p>
          <a:p>
            <a:pPr lvl="2"/>
            <a:r>
              <a:rPr lang="en-US" altLang="zh-CN" dirty="0" smtClean="0"/>
              <a:t>Third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76200"/>
            <a:ext cx="8229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23" r:id="rId1"/>
    <p:sldLayoutId id="2147483733" r:id="rId2"/>
    <p:sldLayoutId id="2147483737" r:id="rId3"/>
    <p:sldLayoutId id="2147483738" r:id="rId4"/>
  </p:sldLayoutIdLst>
  <p:transition spd="med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0066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0066"/>
          </a:solidFill>
          <a:effectLst>
            <a:outerShdw blurRad="38100" dist="38100" dir="2700000" algn="tl">
              <a:srgbClr val="C0C0C0"/>
            </a:outerShdw>
          </a:effectLst>
          <a:latin typeface="Franklin Gothic Book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0066"/>
          </a:solidFill>
          <a:effectLst>
            <a:outerShdw blurRad="38100" dist="38100" dir="2700000" algn="tl">
              <a:srgbClr val="C0C0C0"/>
            </a:outerShdw>
          </a:effectLst>
          <a:latin typeface="Franklin Gothic Book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0066"/>
          </a:solidFill>
          <a:effectLst>
            <a:outerShdw blurRad="38100" dist="38100" dir="2700000" algn="tl">
              <a:srgbClr val="C0C0C0"/>
            </a:outerShdw>
          </a:effectLst>
          <a:latin typeface="Franklin Gothic Book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0066"/>
          </a:solidFill>
          <a:effectLst>
            <a:outerShdw blurRad="38100" dist="38100" dir="2700000" algn="tl">
              <a:srgbClr val="C0C0C0"/>
            </a:outerShdw>
          </a:effectLst>
          <a:latin typeface="Franklin Gothic Book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rgbClr val="000066"/>
          </a:solidFill>
          <a:effectLst>
            <a:outerShdw blurRad="38100" dist="38100" dir="2700000" algn="tl">
              <a:srgbClr val="C0C0C0"/>
            </a:outerShdw>
          </a:effectLst>
          <a:latin typeface="Franklin Gothic Book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rgbClr val="000066"/>
          </a:solidFill>
          <a:effectLst>
            <a:outerShdw blurRad="38100" dist="38100" dir="2700000" algn="tl">
              <a:srgbClr val="C0C0C0"/>
            </a:outerShdw>
          </a:effectLst>
          <a:latin typeface="Franklin Gothic Book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rgbClr val="000066"/>
          </a:solidFill>
          <a:effectLst>
            <a:outerShdw blurRad="38100" dist="38100" dir="2700000" algn="tl">
              <a:srgbClr val="C0C0C0"/>
            </a:outerShdw>
          </a:effectLst>
          <a:latin typeface="Franklin Gothic Book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rgbClr val="000066"/>
          </a:solidFill>
          <a:effectLst>
            <a:outerShdw blurRad="38100" dist="38100" dir="2700000" algn="tl">
              <a:srgbClr val="C0C0C0"/>
            </a:outerShdw>
          </a:effectLst>
          <a:latin typeface="Franklin Gothic Book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²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§"/>
        <a:defRPr sz="2800">
          <a:solidFill>
            <a:srgbClr val="000000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Char char="•"/>
        <a:defRPr sz="2400">
          <a:solidFill>
            <a:srgbClr val="000000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Blip>
          <a:blip r:embed="rId6"/>
        </a:buBlip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Blip>
          <a:blip r:embed="rId6"/>
        </a:buBlip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Blip>
          <a:blip r:embed="rId6"/>
        </a:buBlip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Blip>
          <a:blip r:embed="rId6"/>
        </a:buBlip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Blip>
          <a:blip r:embed="rId6"/>
        </a:buBlip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Blip>
          <a:blip r:embed="rId6"/>
        </a:buBlip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ctrTitle"/>
          </p:nvPr>
        </p:nvSpPr>
        <p:spPr>
          <a:xfrm>
            <a:off x="685800" y="2067390"/>
            <a:ext cx="7772400" cy="2723220"/>
          </a:xfrm>
        </p:spPr>
        <p:txBody>
          <a:bodyPr/>
          <a:lstStyle/>
          <a:p>
            <a:r>
              <a:rPr lang="en-GB" sz="3600" dirty="0" smtClean="0"/>
              <a:t>IT &amp; Systems</a:t>
            </a:r>
            <a:br>
              <a:rPr lang="en-GB" sz="3600" dirty="0" smtClean="0"/>
            </a:br>
            <a:r>
              <a:rPr lang="en-GB" sz="3600" dirty="0" smtClean="0"/>
              <a:t/>
            </a:r>
            <a:br>
              <a:rPr lang="en-GB" sz="3600" dirty="0" smtClean="0"/>
            </a:br>
            <a:r>
              <a:rPr lang="en-GB" sz="3600" dirty="0" smtClean="0"/>
              <a:t>Induction Presentation</a:t>
            </a:r>
            <a:br>
              <a:rPr lang="en-GB" sz="3600" dirty="0" smtClean="0"/>
            </a:br>
            <a:r>
              <a:rPr lang="en-GB" sz="3600" dirty="0" smtClean="0"/>
              <a:t/>
            </a:r>
            <a:br>
              <a:rPr lang="en-GB" sz="3600" dirty="0" smtClean="0"/>
            </a:br>
            <a:r>
              <a:rPr lang="en-GB" sz="3600" dirty="0" smtClean="0"/>
              <a:t/>
            </a:r>
            <a:br>
              <a:rPr lang="en-GB" sz="3600" dirty="0" smtClean="0"/>
            </a:br>
            <a:endParaRPr lang="en-GB" sz="3600" dirty="0" smtClean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33438" y="60325"/>
            <a:ext cx="8297862" cy="70167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GB" sz="3500" dirty="0" smtClean="0">
                <a:solidFill>
                  <a:schemeClr val="bg2"/>
                </a:solidFill>
              </a:rPr>
              <a:t>Content</a:t>
            </a:r>
          </a:p>
        </p:txBody>
      </p:sp>
      <p:grpSp>
        <p:nvGrpSpPr>
          <p:cNvPr id="68" name="Group 67"/>
          <p:cNvGrpSpPr/>
          <p:nvPr/>
        </p:nvGrpSpPr>
        <p:grpSpPr>
          <a:xfrm>
            <a:off x="1521088" y="2892760"/>
            <a:ext cx="6183712" cy="1072481"/>
            <a:chOff x="573229" y="3041160"/>
            <a:chExt cx="6183712" cy="1072481"/>
          </a:xfrm>
        </p:grpSpPr>
        <p:sp>
          <p:nvSpPr>
            <p:cNvPr id="60" name="Pentagon 59"/>
            <p:cNvSpPr/>
            <p:nvPr/>
          </p:nvSpPr>
          <p:spPr bwMode="auto">
            <a:xfrm>
              <a:off x="776755" y="3269036"/>
              <a:ext cx="1939562" cy="844605"/>
            </a:xfrm>
            <a:prstGeom prst="homePlate">
              <a:avLst/>
            </a:prstGeom>
            <a:solidFill>
              <a:srgbClr val="19345F"/>
            </a:solidFill>
            <a:ln w="25400" algn="ctr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 eaLnBrk="0" hangingPunct="0"/>
              <a:r>
                <a:rPr lang="en-GB" sz="1300" b="1" dirty="0" smtClean="0">
                  <a:solidFill>
                    <a:srgbClr val="FFFFFF"/>
                  </a:solidFill>
                  <a:latin typeface="+mn-lt"/>
                </a:rPr>
                <a:t>Infrastructure</a:t>
              </a:r>
            </a:p>
          </p:txBody>
        </p:sp>
        <p:sp>
          <p:nvSpPr>
            <p:cNvPr id="61" name="Chevron 60"/>
            <p:cNvSpPr/>
            <p:nvPr/>
          </p:nvSpPr>
          <p:spPr bwMode="auto">
            <a:xfrm>
              <a:off x="2351899" y="3269036"/>
              <a:ext cx="2378188" cy="844605"/>
            </a:xfrm>
            <a:prstGeom prst="chevron">
              <a:avLst/>
            </a:prstGeom>
            <a:solidFill>
              <a:srgbClr val="1F9CD7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0" rIns="7200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GB" sz="1300" b="1" dirty="0" smtClean="0">
                  <a:solidFill>
                    <a:schemeClr val="tx1"/>
                  </a:solidFill>
                  <a:latin typeface="+mn-lt"/>
                </a:rPr>
                <a:t>Applications</a:t>
              </a:r>
            </a:p>
          </p:txBody>
        </p:sp>
        <p:sp>
          <p:nvSpPr>
            <p:cNvPr id="62" name="Oval 61"/>
            <p:cNvSpPr/>
            <p:nvPr/>
          </p:nvSpPr>
          <p:spPr bwMode="auto">
            <a:xfrm>
              <a:off x="573229" y="3041160"/>
              <a:ext cx="425156" cy="455751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3288C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1200" b="0" i="0" u="none" strike="noStrike" cap="none" normalizeH="0" baseline="0" dirty="0" smtClean="0">
                  <a:ln>
                    <a:noFill/>
                  </a:ln>
                  <a:solidFill>
                    <a:srgbClr val="3288C4"/>
                  </a:solidFill>
                  <a:effectLst/>
                  <a:latin typeface="Arial" pitchFamily="34" charset="0"/>
                  <a:cs typeface="Arial" pitchFamily="34" charset="0"/>
                </a:rPr>
                <a:t>1</a:t>
              </a:r>
            </a:p>
          </p:txBody>
        </p:sp>
        <p:sp>
          <p:nvSpPr>
            <p:cNvPr id="63" name="Oval 62"/>
            <p:cNvSpPr/>
            <p:nvPr/>
          </p:nvSpPr>
          <p:spPr bwMode="auto">
            <a:xfrm>
              <a:off x="2234506" y="3041160"/>
              <a:ext cx="425156" cy="455751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3288C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GB" sz="1200" dirty="0" smtClean="0">
                  <a:solidFill>
                    <a:srgbClr val="3288C4"/>
                  </a:solidFill>
                  <a:latin typeface="Arial" pitchFamily="34" charset="0"/>
                  <a:cs typeface="Arial" pitchFamily="34" charset="0"/>
                </a:rPr>
                <a:t>2</a:t>
              </a:r>
              <a:endParaRPr kumimoji="0" lang="en-GB" sz="1200" b="0" i="0" u="none" strike="noStrike" cap="none" normalizeH="0" baseline="0" dirty="0" smtClean="0">
                <a:ln>
                  <a:noFill/>
                </a:ln>
                <a:solidFill>
                  <a:srgbClr val="3288C4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4" name="Chevron 63"/>
            <p:cNvSpPr/>
            <p:nvPr/>
          </p:nvSpPr>
          <p:spPr bwMode="auto">
            <a:xfrm>
              <a:off x="4378753" y="3269036"/>
              <a:ext cx="2378188" cy="844605"/>
            </a:xfrm>
            <a:prstGeom prst="chevron">
              <a:avLst/>
            </a:prstGeom>
            <a:solidFill>
              <a:srgbClr val="E6E6DA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72000" rIns="72000" bIns="7200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GB" sz="1300" b="1" dirty="0" smtClean="0">
                  <a:latin typeface="+mn-lt"/>
                </a:rPr>
                <a:t>Policies</a:t>
              </a:r>
            </a:p>
          </p:txBody>
        </p:sp>
        <p:sp>
          <p:nvSpPr>
            <p:cNvPr id="65" name="Oval 64"/>
            <p:cNvSpPr/>
            <p:nvPr/>
          </p:nvSpPr>
          <p:spPr bwMode="auto">
            <a:xfrm>
              <a:off x="4179223" y="3041160"/>
              <a:ext cx="425156" cy="455751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3288C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GB" sz="1200" dirty="0" smtClean="0">
                  <a:solidFill>
                    <a:srgbClr val="3288C4"/>
                  </a:solidFill>
                  <a:latin typeface="Arial" pitchFamily="34" charset="0"/>
                  <a:cs typeface="Arial" pitchFamily="34" charset="0"/>
                </a:rPr>
                <a:t>3</a:t>
              </a:r>
              <a:endParaRPr kumimoji="0" lang="en-GB" sz="1200" b="0" i="0" u="none" strike="noStrike" cap="none" normalizeH="0" baseline="0" dirty="0" smtClean="0">
                <a:ln>
                  <a:noFill/>
                </a:ln>
                <a:solidFill>
                  <a:srgbClr val="3288C4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33438" y="60325"/>
            <a:ext cx="8297862" cy="70167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GB" sz="3500" dirty="0" smtClean="0">
                <a:solidFill>
                  <a:schemeClr val="bg2"/>
                </a:solidFill>
              </a:rPr>
              <a:t>Content</a:t>
            </a:r>
          </a:p>
        </p:txBody>
      </p:sp>
      <p:grpSp>
        <p:nvGrpSpPr>
          <p:cNvPr id="2" name="Group 67"/>
          <p:cNvGrpSpPr/>
          <p:nvPr/>
        </p:nvGrpSpPr>
        <p:grpSpPr>
          <a:xfrm>
            <a:off x="1521088" y="2892760"/>
            <a:ext cx="6183712" cy="1072481"/>
            <a:chOff x="573229" y="3041160"/>
            <a:chExt cx="6183712" cy="1072481"/>
          </a:xfrm>
        </p:grpSpPr>
        <p:sp>
          <p:nvSpPr>
            <p:cNvPr id="60" name="Pentagon 59"/>
            <p:cNvSpPr/>
            <p:nvPr/>
          </p:nvSpPr>
          <p:spPr bwMode="auto">
            <a:xfrm>
              <a:off x="776755" y="3269036"/>
              <a:ext cx="1939562" cy="844605"/>
            </a:xfrm>
            <a:prstGeom prst="homePlate">
              <a:avLst/>
            </a:prstGeom>
            <a:solidFill>
              <a:srgbClr val="19345F"/>
            </a:solidFill>
            <a:ln w="25400" algn="ctr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 eaLnBrk="0" hangingPunct="0"/>
              <a:r>
                <a:rPr lang="en-GB" sz="1300" b="1" dirty="0" smtClean="0">
                  <a:solidFill>
                    <a:srgbClr val="FFFFFF"/>
                  </a:solidFill>
                  <a:latin typeface="+mn-lt"/>
                </a:rPr>
                <a:t>Infrastructure</a:t>
              </a:r>
            </a:p>
          </p:txBody>
        </p:sp>
        <p:sp>
          <p:nvSpPr>
            <p:cNvPr id="61" name="Chevron 60"/>
            <p:cNvSpPr/>
            <p:nvPr/>
          </p:nvSpPr>
          <p:spPr bwMode="auto">
            <a:xfrm>
              <a:off x="2351899" y="3269036"/>
              <a:ext cx="2378188" cy="844605"/>
            </a:xfrm>
            <a:prstGeom prst="chevron">
              <a:avLst/>
            </a:prstGeom>
            <a:solidFill>
              <a:srgbClr val="1F9CD7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0" rIns="7200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GB" sz="1300" b="1" dirty="0" smtClean="0">
                  <a:solidFill>
                    <a:schemeClr val="tx1"/>
                  </a:solidFill>
                  <a:latin typeface="+mn-lt"/>
                </a:rPr>
                <a:t>Applications</a:t>
              </a:r>
            </a:p>
          </p:txBody>
        </p:sp>
        <p:sp>
          <p:nvSpPr>
            <p:cNvPr id="62" name="Oval 61"/>
            <p:cNvSpPr/>
            <p:nvPr/>
          </p:nvSpPr>
          <p:spPr bwMode="auto">
            <a:xfrm>
              <a:off x="573229" y="3041160"/>
              <a:ext cx="425156" cy="455751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3288C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2800" b="1" i="0" u="none" strike="noStrike" normalizeH="0" baseline="0" dirty="0" smtClean="0">
                  <a:ln w="12700">
                    <a:solidFill>
                      <a:schemeClr val="tx2">
                        <a:satMod val="155000"/>
                      </a:schemeClr>
                    </a:solidFill>
                    <a:prstDash val="solid"/>
                  </a:ln>
                  <a:solidFill>
                    <a:schemeClr val="bg2">
                      <a:tint val="85000"/>
                      <a:satMod val="15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Arial" pitchFamily="34" charset="0"/>
                  <a:cs typeface="Arial" pitchFamily="34" charset="0"/>
                </a:rPr>
                <a:t>1</a:t>
              </a:r>
            </a:p>
          </p:txBody>
        </p:sp>
        <p:sp>
          <p:nvSpPr>
            <p:cNvPr id="63" name="Oval 62"/>
            <p:cNvSpPr/>
            <p:nvPr/>
          </p:nvSpPr>
          <p:spPr bwMode="auto">
            <a:xfrm>
              <a:off x="2234506" y="3041160"/>
              <a:ext cx="425156" cy="455751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3288C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GB" sz="1200" dirty="0" smtClean="0">
                  <a:solidFill>
                    <a:srgbClr val="3288C4"/>
                  </a:solidFill>
                  <a:latin typeface="Arial" pitchFamily="34" charset="0"/>
                  <a:cs typeface="Arial" pitchFamily="34" charset="0"/>
                </a:rPr>
                <a:t>2</a:t>
              </a:r>
              <a:endParaRPr kumimoji="0" lang="en-GB" sz="1200" b="0" i="0" u="none" strike="noStrike" cap="none" normalizeH="0" baseline="0" dirty="0" smtClean="0">
                <a:ln>
                  <a:noFill/>
                </a:ln>
                <a:solidFill>
                  <a:srgbClr val="3288C4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4" name="Chevron 63"/>
            <p:cNvSpPr/>
            <p:nvPr/>
          </p:nvSpPr>
          <p:spPr bwMode="auto">
            <a:xfrm>
              <a:off x="4378753" y="3269036"/>
              <a:ext cx="2378188" cy="844605"/>
            </a:xfrm>
            <a:prstGeom prst="chevron">
              <a:avLst/>
            </a:prstGeom>
            <a:solidFill>
              <a:srgbClr val="E6E6DA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72000" rIns="72000" bIns="7200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GB" sz="1300" b="1" dirty="0" smtClean="0">
                  <a:latin typeface="+mn-lt"/>
                </a:rPr>
                <a:t>Policies</a:t>
              </a:r>
            </a:p>
          </p:txBody>
        </p:sp>
        <p:sp>
          <p:nvSpPr>
            <p:cNvPr id="65" name="Oval 64"/>
            <p:cNvSpPr/>
            <p:nvPr/>
          </p:nvSpPr>
          <p:spPr bwMode="auto">
            <a:xfrm>
              <a:off x="4179223" y="3041160"/>
              <a:ext cx="425156" cy="455751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3288C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GB" sz="1200" dirty="0" smtClean="0">
                  <a:solidFill>
                    <a:srgbClr val="3288C4"/>
                  </a:solidFill>
                  <a:latin typeface="Arial" pitchFamily="34" charset="0"/>
                  <a:cs typeface="Arial" pitchFamily="34" charset="0"/>
                </a:rPr>
                <a:t>3</a:t>
              </a:r>
              <a:endParaRPr kumimoji="0" lang="en-GB" sz="1200" b="0" i="0" u="none" strike="noStrike" cap="none" normalizeH="0" baseline="0" dirty="0" smtClean="0">
                <a:ln>
                  <a:noFill/>
                </a:ln>
                <a:solidFill>
                  <a:srgbClr val="3288C4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itle 1"/>
          <p:cNvSpPr>
            <a:spLocks noGrp="1"/>
          </p:cNvSpPr>
          <p:nvPr>
            <p:ph type="title"/>
          </p:nvPr>
        </p:nvSpPr>
        <p:spPr>
          <a:xfrm>
            <a:off x="833438" y="60325"/>
            <a:ext cx="8297862" cy="70167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GB" sz="3500" dirty="0" smtClean="0">
                <a:solidFill>
                  <a:schemeClr val="bg2"/>
                </a:solidFill>
              </a:rPr>
              <a:t>Team</a:t>
            </a:r>
          </a:p>
        </p:txBody>
      </p:sp>
      <p:sp>
        <p:nvSpPr>
          <p:cNvPr id="90" name="Rectangle 89"/>
          <p:cNvSpPr/>
          <p:nvPr/>
        </p:nvSpPr>
        <p:spPr bwMode="auto">
          <a:xfrm>
            <a:off x="227510" y="201893"/>
            <a:ext cx="496389" cy="458742"/>
          </a:xfrm>
          <a:prstGeom prst="rect">
            <a:avLst/>
          </a:prstGeom>
          <a:solidFill>
            <a:schemeClr val="tx1">
              <a:lumMod val="65000"/>
            </a:schemeClr>
          </a:solidFill>
          <a:ln w="9525" cap="flat" cmpd="sng" algn="ctr">
            <a:solidFill>
              <a:schemeClr val="tx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GB" sz="2600" b="1" dirty="0" smtClean="0">
                <a:solidFill>
                  <a:schemeClr val="tx1"/>
                </a:solidFill>
                <a:latin typeface="+mn-lt"/>
              </a:rPr>
              <a:t>1</a:t>
            </a:r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998802425"/>
              </p:ext>
            </p:extLst>
          </p:nvPr>
        </p:nvGraphicFramePr>
        <p:xfrm>
          <a:off x="475704" y="1347573"/>
          <a:ext cx="8507657" cy="41511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itle 1"/>
          <p:cNvSpPr>
            <a:spLocks noGrp="1"/>
          </p:cNvSpPr>
          <p:nvPr>
            <p:ph type="title"/>
          </p:nvPr>
        </p:nvSpPr>
        <p:spPr>
          <a:xfrm>
            <a:off x="833438" y="60325"/>
            <a:ext cx="8297862" cy="70167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GB" sz="3500" dirty="0" smtClean="0">
                <a:solidFill>
                  <a:schemeClr val="bg2"/>
                </a:solidFill>
              </a:rPr>
              <a:t>Technology</a:t>
            </a:r>
          </a:p>
        </p:txBody>
      </p:sp>
      <p:sp>
        <p:nvSpPr>
          <p:cNvPr id="90" name="Rectangle 89"/>
          <p:cNvSpPr/>
          <p:nvPr/>
        </p:nvSpPr>
        <p:spPr bwMode="auto">
          <a:xfrm>
            <a:off x="227510" y="201893"/>
            <a:ext cx="496389" cy="458742"/>
          </a:xfrm>
          <a:prstGeom prst="rect">
            <a:avLst/>
          </a:prstGeom>
          <a:solidFill>
            <a:schemeClr val="tx1">
              <a:lumMod val="65000"/>
            </a:schemeClr>
          </a:solidFill>
          <a:ln w="9525" cap="flat" cmpd="sng" algn="ctr">
            <a:solidFill>
              <a:schemeClr val="tx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GB" sz="2600" b="1" dirty="0" smtClean="0">
                <a:solidFill>
                  <a:schemeClr val="tx1"/>
                </a:solidFill>
                <a:latin typeface="+mn-lt"/>
              </a:rPr>
              <a:t>1</a:t>
            </a:r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369293946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33438" y="60325"/>
            <a:ext cx="8297862" cy="70167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GB" sz="3500" dirty="0" smtClean="0">
                <a:solidFill>
                  <a:schemeClr val="bg2"/>
                </a:solidFill>
              </a:rPr>
              <a:t>Content</a:t>
            </a:r>
          </a:p>
        </p:txBody>
      </p:sp>
      <p:grpSp>
        <p:nvGrpSpPr>
          <p:cNvPr id="2" name="Group 67"/>
          <p:cNvGrpSpPr/>
          <p:nvPr/>
        </p:nvGrpSpPr>
        <p:grpSpPr>
          <a:xfrm>
            <a:off x="1521088" y="2892760"/>
            <a:ext cx="6183712" cy="1072481"/>
            <a:chOff x="573229" y="3041160"/>
            <a:chExt cx="6183712" cy="1072481"/>
          </a:xfrm>
        </p:grpSpPr>
        <p:sp>
          <p:nvSpPr>
            <p:cNvPr id="60" name="Pentagon 59"/>
            <p:cNvSpPr/>
            <p:nvPr/>
          </p:nvSpPr>
          <p:spPr bwMode="auto">
            <a:xfrm>
              <a:off x="776755" y="3269036"/>
              <a:ext cx="1939562" cy="844605"/>
            </a:xfrm>
            <a:prstGeom prst="homePlate">
              <a:avLst/>
            </a:prstGeom>
            <a:solidFill>
              <a:srgbClr val="19345F"/>
            </a:solidFill>
            <a:ln w="25400" algn="ctr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 eaLnBrk="0" hangingPunct="0"/>
              <a:r>
                <a:rPr lang="en-GB" sz="1300" b="1" dirty="0" smtClean="0">
                  <a:solidFill>
                    <a:srgbClr val="FFFFFF"/>
                  </a:solidFill>
                  <a:latin typeface="+mn-lt"/>
                </a:rPr>
                <a:t>Infrastructure</a:t>
              </a:r>
            </a:p>
          </p:txBody>
        </p:sp>
        <p:sp>
          <p:nvSpPr>
            <p:cNvPr id="61" name="Chevron 60"/>
            <p:cNvSpPr/>
            <p:nvPr/>
          </p:nvSpPr>
          <p:spPr bwMode="auto">
            <a:xfrm>
              <a:off x="2351899" y="3269036"/>
              <a:ext cx="2378188" cy="844605"/>
            </a:xfrm>
            <a:prstGeom prst="chevron">
              <a:avLst/>
            </a:prstGeom>
            <a:solidFill>
              <a:srgbClr val="1F9CD7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0" rIns="7200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GB" sz="1300" b="1" dirty="0" smtClean="0">
                  <a:solidFill>
                    <a:schemeClr val="tx1"/>
                  </a:solidFill>
                  <a:latin typeface="+mn-lt"/>
                </a:rPr>
                <a:t>Applications</a:t>
              </a:r>
            </a:p>
          </p:txBody>
        </p:sp>
        <p:sp>
          <p:nvSpPr>
            <p:cNvPr id="62" name="Oval 61"/>
            <p:cNvSpPr/>
            <p:nvPr/>
          </p:nvSpPr>
          <p:spPr bwMode="auto">
            <a:xfrm>
              <a:off x="573229" y="3041160"/>
              <a:ext cx="425156" cy="455751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3288C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2800" b="1" i="0" u="none" strike="noStrike" normalizeH="0" baseline="0" dirty="0" smtClean="0">
                  <a:ln w="12700">
                    <a:solidFill>
                      <a:schemeClr val="tx2">
                        <a:satMod val="155000"/>
                      </a:schemeClr>
                    </a:solidFill>
                    <a:prstDash val="solid"/>
                  </a:ln>
                  <a:solidFill>
                    <a:schemeClr val="bg2">
                      <a:tint val="85000"/>
                      <a:satMod val="15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Arial" pitchFamily="34" charset="0"/>
                  <a:cs typeface="Arial" pitchFamily="34" charset="0"/>
                </a:rPr>
                <a:t>1</a:t>
              </a:r>
            </a:p>
          </p:txBody>
        </p:sp>
        <p:sp>
          <p:nvSpPr>
            <p:cNvPr id="63" name="Oval 62"/>
            <p:cNvSpPr/>
            <p:nvPr/>
          </p:nvSpPr>
          <p:spPr bwMode="auto">
            <a:xfrm>
              <a:off x="2234506" y="3041160"/>
              <a:ext cx="425156" cy="455751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3288C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GB" sz="1200" dirty="0" smtClean="0">
                  <a:solidFill>
                    <a:srgbClr val="3288C4"/>
                  </a:solidFill>
                  <a:latin typeface="Arial" pitchFamily="34" charset="0"/>
                  <a:cs typeface="Arial" pitchFamily="34" charset="0"/>
                </a:rPr>
                <a:t>2</a:t>
              </a:r>
              <a:endParaRPr kumimoji="0" lang="en-GB" sz="1200" b="0" i="0" u="none" strike="noStrike" cap="none" normalizeH="0" baseline="0" dirty="0" smtClean="0">
                <a:ln>
                  <a:noFill/>
                </a:ln>
                <a:solidFill>
                  <a:srgbClr val="3288C4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4" name="Chevron 63"/>
            <p:cNvSpPr/>
            <p:nvPr/>
          </p:nvSpPr>
          <p:spPr bwMode="auto">
            <a:xfrm>
              <a:off x="4378753" y="3269036"/>
              <a:ext cx="2378188" cy="844605"/>
            </a:xfrm>
            <a:prstGeom prst="chevron">
              <a:avLst/>
            </a:prstGeom>
            <a:solidFill>
              <a:srgbClr val="E6E6DA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72000" rIns="72000" bIns="7200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GB" sz="1300" b="1" dirty="0" smtClean="0">
                  <a:latin typeface="+mn-lt"/>
                </a:rPr>
                <a:t>Policies</a:t>
              </a:r>
            </a:p>
          </p:txBody>
        </p:sp>
        <p:sp>
          <p:nvSpPr>
            <p:cNvPr id="65" name="Oval 64"/>
            <p:cNvSpPr/>
            <p:nvPr/>
          </p:nvSpPr>
          <p:spPr bwMode="auto">
            <a:xfrm>
              <a:off x="4179223" y="3041160"/>
              <a:ext cx="425156" cy="455751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3288C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GB" sz="1200" dirty="0" smtClean="0">
                  <a:solidFill>
                    <a:srgbClr val="3288C4"/>
                  </a:solidFill>
                  <a:latin typeface="Arial" pitchFamily="34" charset="0"/>
                  <a:cs typeface="Arial" pitchFamily="34" charset="0"/>
                </a:rPr>
                <a:t>3</a:t>
              </a:r>
              <a:endParaRPr kumimoji="0" lang="en-GB" sz="1200" b="0" i="0" u="none" strike="noStrike" cap="none" normalizeH="0" baseline="0" dirty="0" smtClean="0">
                <a:ln>
                  <a:noFill/>
                </a:ln>
                <a:solidFill>
                  <a:srgbClr val="3288C4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33438" y="60325"/>
            <a:ext cx="8297862" cy="70167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GB" sz="3500" dirty="0" smtClean="0">
                <a:solidFill>
                  <a:schemeClr val="bg2"/>
                </a:solidFill>
              </a:rPr>
              <a:t>Content</a:t>
            </a:r>
          </a:p>
        </p:txBody>
      </p:sp>
      <p:grpSp>
        <p:nvGrpSpPr>
          <p:cNvPr id="2" name="Group 67"/>
          <p:cNvGrpSpPr/>
          <p:nvPr/>
        </p:nvGrpSpPr>
        <p:grpSpPr>
          <a:xfrm>
            <a:off x="1521088" y="2892760"/>
            <a:ext cx="6183712" cy="1072481"/>
            <a:chOff x="573229" y="3041160"/>
            <a:chExt cx="6183712" cy="1072481"/>
          </a:xfrm>
        </p:grpSpPr>
        <p:sp>
          <p:nvSpPr>
            <p:cNvPr id="60" name="Pentagon 59"/>
            <p:cNvSpPr/>
            <p:nvPr/>
          </p:nvSpPr>
          <p:spPr bwMode="auto">
            <a:xfrm>
              <a:off x="776755" y="3269036"/>
              <a:ext cx="1939562" cy="844605"/>
            </a:xfrm>
            <a:prstGeom prst="homePlate">
              <a:avLst/>
            </a:prstGeom>
            <a:solidFill>
              <a:srgbClr val="19345F"/>
            </a:solidFill>
            <a:ln w="25400" algn="ctr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 eaLnBrk="0" hangingPunct="0"/>
              <a:r>
                <a:rPr lang="en-GB" sz="1300" b="1" dirty="0" smtClean="0">
                  <a:solidFill>
                    <a:srgbClr val="FFFFFF"/>
                  </a:solidFill>
                  <a:latin typeface="+mn-lt"/>
                </a:rPr>
                <a:t>Infrastructure</a:t>
              </a:r>
            </a:p>
          </p:txBody>
        </p:sp>
        <p:sp>
          <p:nvSpPr>
            <p:cNvPr id="61" name="Chevron 60"/>
            <p:cNvSpPr/>
            <p:nvPr/>
          </p:nvSpPr>
          <p:spPr bwMode="auto">
            <a:xfrm>
              <a:off x="2351899" y="3269036"/>
              <a:ext cx="2378188" cy="844605"/>
            </a:xfrm>
            <a:prstGeom prst="chevron">
              <a:avLst/>
            </a:prstGeom>
            <a:solidFill>
              <a:srgbClr val="1F9CD7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0" rIns="7200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GB" sz="1300" b="1" dirty="0" smtClean="0">
                  <a:solidFill>
                    <a:schemeClr val="tx1"/>
                  </a:solidFill>
                  <a:latin typeface="+mn-lt"/>
                </a:rPr>
                <a:t>Applications</a:t>
              </a:r>
            </a:p>
          </p:txBody>
        </p:sp>
        <p:sp>
          <p:nvSpPr>
            <p:cNvPr id="62" name="Oval 61"/>
            <p:cNvSpPr/>
            <p:nvPr/>
          </p:nvSpPr>
          <p:spPr bwMode="auto">
            <a:xfrm>
              <a:off x="573229" y="3041160"/>
              <a:ext cx="425156" cy="455751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3288C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2800" b="1" i="0" u="none" strike="noStrike" normalizeH="0" baseline="0" dirty="0" smtClean="0">
                  <a:ln w="12700">
                    <a:solidFill>
                      <a:schemeClr val="tx2">
                        <a:satMod val="155000"/>
                      </a:schemeClr>
                    </a:solidFill>
                    <a:prstDash val="solid"/>
                  </a:ln>
                  <a:solidFill>
                    <a:schemeClr val="bg2">
                      <a:tint val="85000"/>
                      <a:satMod val="15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Arial" pitchFamily="34" charset="0"/>
                  <a:cs typeface="Arial" pitchFamily="34" charset="0"/>
                </a:rPr>
                <a:t>1</a:t>
              </a:r>
            </a:p>
          </p:txBody>
        </p:sp>
        <p:sp>
          <p:nvSpPr>
            <p:cNvPr id="63" name="Oval 62"/>
            <p:cNvSpPr/>
            <p:nvPr/>
          </p:nvSpPr>
          <p:spPr bwMode="auto">
            <a:xfrm>
              <a:off x="2234506" y="3041160"/>
              <a:ext cx="425156" cy="455751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3288C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GB" sz="2800" b="1" dirty="0" smtClean="0">
                  <a:ln w="12700">
                    <a:solidFill>
                      <a:schemeClr val="tx2">
                        <a:satMod val="155000"/>
                      </a:schemeClr>
                    </a:solidFill>
                    <a:prstDash val="solid"/>
                  </a:ln>
                  <a:solidFill>
                    <a:schemeClr val="bg2">
                      <a:tint val="85000"/>
                      <a:satMod val="15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Arial" pitchFamily="34" charset="0"/>
                  <a:cs typeface="Arial" pitchFamily="34" charset="0"/>
                </a:rPr>
                <a:t>2</a:t>
              </a:r>
            </a:p>
          </p:txBody>
        </p:sp>
        <p:sp>
          <p:nvSpPr>
            <p:cNvPr id="64" name="Chevron 63"/>
            <p:cNvSpPr/>
            <p:nvPr/>
          </p:nvSpPr>
          <p:spPr bwMode="auto">
            <a:xfrm>
              <a:off x="4378753" y="3269036"/>
              <a:ext cx="2378188" cy="844605"/>
            </a:xfrm>
            <a:prstGeom prst="chevron">
              <a:avLst/>
            </a:prstGeom>
            <a:solidFill>
              <a:srgbClr val="E6E6DA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72000" rIns="72000" bIns="7200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GB" sz="1300" b="1" dirty="0" smtClean="0">
                  <a:latin typeface="+mn-lt"/>
                </a:rPr>
                <a:t>Policies</a:t>
              </a:r>
            </a:p>
          </p:txBody>
        </p:sp>
        <p:sp>
          <p:nvSpPr>
            <p:cNvPr id="65" name="Oval 64"/>
            <p:cNvSpPr/>
            <p:nvPr/>
          </p:nvSpPr>
          <p:spPr bwMode="auto">
            <a:xfrm>
              <a:off x="4179223" y="3041160"/>
              <a:ext cx="425156" cy="455751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3288C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GB" sz="1200" dirty="0" smtClean="0">
                  <a:solidFill>
                    <a:srgbClr val="3288C4"/>
                  </a:solidFill>
                  <a:latin typeface="Arial" pitchFamily="34" charset="0"/>
                  <a:cs typeface="Arial" pitchFamily="34" charset="0"/>
                </a:rPr>
                <a:t>3</a:t>
              </a:r>
              <a:endParaRPr kumimoji="0" lang="en-GB" sz="1200" b="0" i="0" u="none" strike="noStrike" cap="none" normalizeH="0" baseline="0" dirty="0" smtClean="0">
                <a:ln>
                  <a:noFill/>
                </a:ln>
                <a:solidFill>
                  <a:srgbClr val="3288C4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itle 1"/>
          <p:cNvSpPr>
            <a:spLocks noGrp="1"/>
          </p:cNvSpPr>
          <p:nvPr>
            <p:ph type="title"/>
          </p:nvPr>
        </p:nvSpPr>
        <p:spPr>
          <a:xfrm>
            <a:off x="833438" y="60325"/>
            <a:ext cx="8297862" cy="70167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GB" sz="3500" dirty="0" smtClean="0">
                <a:solidFill>
                  <a:schemeClr val="bg2"/>
                </a:solidFill>
              </a:rPr>
              <a:t>Business Application (</a:t>
            </a:r>
            <a:r>
              <a:rPr lang="en-GB" sz="3500" dirty="0" err="1" smtClean="0">
                <a:solidFill>
                  <a:schemeClr val="bg2"/>
                </a:solidFill>
              </a:rPr>
              <a:t>BaaN</a:t>
            </a:r>
            <a:r>
              <a:rPr lang="en-GB" sz="3500" dirty="0" smtClean="0">
                <a:solidFill>
                  <a:schemeClr val="bg2"/>
                </a:solidFill>
              </a:rPr>
              <a:t> ERP)</a:t>
            </a:r>
          </a:p>
        </p:txBody>
      </p:sp>
      <p:sp>
        <p:nvSpPr>
          <p:cNvPr id="90" name="Rectangle 89"/>
          <p:cNvSpPr/>
          <p:nvPr/>
        </p:nvSpPr>
        <p:spPr bwMode="auto">
          <a:xfrm>
            <a:off x="227510" y="201893"/>
            <a:ext cx="496389" cy="458742"/>
          </a:xfrm>
          <a:prstGeom prst="rect">
            <a:avLst/>
          </a:prstGeom>
          <a:solidFill>
            <a:schemeClr val="tx1">
              <a:lumMod val="65000"/>
            </a:schemeClr>
          </a:solidFill>
          <a:ln w="9525" cap="flat" cmpd="sng" algn="ctr">
            <a:solidFill>
              <a:schemeClr val="tx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GB" sz="2600" b="1" dirty="0" smtClean="0">
                <a:solidFill>
                  <a:schemeClr val="tx1"/>
                </a:solidFill>
                <a:latin typeface="+mn-lt"/>
              </a:rPr>
              <a:t>2</a:t>
            </a:r>
          </a:p>
        </p:txBody>
      </p:sp>
      <p:grpSp>
        <p:nvGrpSpPr>
          <p:cNvPr id="46" name="Group 45"/>
          <p:cNvGrpSpPr/>
          <p:nvPr/>
        </p:nvGrpSpPr>
        <p:grpSpPr>
          <a:xfrm>
            <a:off x="339151" y="6080278"/>
            <a:ext cx="1602399" cy="716927"/>
            <a:chOff x="2472276" y="5928453"/>
            <a:chExt cx="1602399" cy="716927"/>
          </a:xfrm>
        </p:grpSpPr>
        <p:cxnSp>
          <p:nvCxnSpPr>
            <p:cNvPr id="114" name="Straight Connector 113"/>
            <p:cNvCxnSpPr/>
            <p:nvPr/>
          </p:nvCxnSpPr>
          <p:spPr bwMode="auto">
            <a:xfrm>
              <a:off x="2472675" y="5928453"/>
              <a:ext cx="1602000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1B29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5" name="Rectangle 114"/>
            <p:cNvSpPr/>
            <p:nvPr/>
          </p:nvSpPr>
          <p:spPr bwMode="auto">
            <a:xfrm>
              <a:off x="2472276" y="5950899"/>
              <a:ext cx="1602000" cy="694481"/>
            </a:xfrm>
            <a:prstGeom prst="rect">
              <a:avLst/>
            </a:prstGeom>
            <a:solidFill>
              <a:srgbClr val="FFFFCC"/>
            </a:solidFill>
            <a:ln w="9525" cap="flat" cmpd="sng" algn="ctr">
              <a:solidFill>
                <a:srgbClr val="1B29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5pPr>
              <a:lvl6pPr marL="22860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6pPr>
              <a:lvl7pPr marL="27432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7pPr>
              <a:lvl8pPr marL="32004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8pPr>
              <a:lvl9pPr marL="36576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9pPr>
            </a:lstStyle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2000" b="0" i="0" u="none" strike="noStrike" cap="none" normalizeH="0" baseline="0" dirty="0" err="1" smtClean="0">
                  <a:ln>
                    <a:noFill/>
                  </a:ln>
                  <a:solidFill>
                    <a:srgbClr val="1B2950"/>
                  </a:solidFill>
                  <a:effectLst/>
                  <a:latin typeface="+mn-lt"/>
                </a:rPr>
                <a:t>Engg</a:t>
              </a:r>
              <a:r>
                <a:rPr kumimoji="0" lang="en-GB" sz="2000" b="0" i="0" u="none" strike="noStrike" cap="none" normalizeH="0" baseline="0" dirty="0" smtClean="0">
                  <a:ln>
                    <a:noFill/>
                  </a:ln>
                  <a:solidFill>
                    <a:srgbClr val="1B2950"/>
                  </a:solidFill>
                  <a:effectLst/>
                  <a:latin typeface="+mn-lt"/>
                </a:rPr>
                <a:t>. &amp; Design</a:t>
              </a:r>
            </a:p>
          </p:txBody>
        </p:sp>
      </p:grpSp>
      <p:sp>
        <p:nvSpPr>
          <p:cNvPr id="51" name="Rectangle 50"/>
          <p:cNvSpPr/>
          <p:nvPr/>
        </p:nvSpPr>
        <p:spPr bwMode="auto">
          <a:xfrm>
            <a:off x="338945" y="3010146"/>
            <a:ext cx="1602206" cy="6944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3288C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9pPr>
          </a:lstStyle>
          <a:p>
            <a:pPr algn="ctr" eaLnBrk="0" hangingPunct="0"/>
            <a:r>
              <a:rPr lang="en-GB" dirty="0">
                <a:solidFill>
                  <a:srgbClr val="1B2950"/>
                </a:solidFill>
                <a:latin typeface="+mn-lt"/>
              </a:rPr>
              <a:t>Vendor/Customer Document Management</a:t>
            </a:r>
          </a:p>
        </p:txBody>
      </p:sp>
      <p:sp>
        <p:nvSpPr>
          <p:cNvPr id="52" name="Rectangle 51"/>
          <p:cNvSpPr/>
          <p:nvPr/>
        </p:nvSpPr>
        <p:spPr bwMode="auto">
          <a:xfrm>
            <a:off x="1976803" y="2265050"/>
            <a:ext cx="1602206" cy="694480"/>
          </a:xfrm>
          <a:prstGeom prst="rect">
            <a:avLst/>
          </a:prstGeom>
          <a:solidFill>
            <a:srgbClr val="3288C4"/>
          </a:solidFill>
          <a:ln w="9525" cap="flat" cmpd="sng" algn="ctr">
            <a:solidFill>
              <a:srgbClr val="3288C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9pPr>
          </a:lstStyle>
          <a:p>
            <a:pPr algn="ctr" eaLnBrk="0" hangingPunct="0"/>
            <a:r>
              <a:rPr lang="en-GB" dirty="0" smtClean="0">
                <a:solidFill>
                  <a:schemeClr val="tx1"/>
                </a:solidFill>
                <a:latin typeface="+mn-lt"/>
                <a:ea typeface="Tahoma" pitchFamily="34" charset="0"/>
                <a:cs typeface="Tahoma" pitchFamily="34" charset="0"/>
              </a:rPr>
              <a:t>Element wise Sanction Utilisation &amp; Monitoring</a:t>
            </a:r>
            <a:endParaRPr kumimoji="0" lang="en-GB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  <a:ea typeface="Tahoma" pitchFamily="34" charset="0"/>
              <a:cs typeface="Tahoma" pitchFamily="34" charset="0"/>
            </a:endParaRPr>
          </a:p>
        </p:txBody>
      </p:sp>
      <p:sp>
        <p:nvSpPr>
          <p:cNvPr id="55" name="Rectangle 54"/>
          <p:cNvSpPr/>
          <p:nvPr/>
        </p:nvSpPr>
        <p:spPr bwMode="auto">
          <a:xfrm>
            <a:off x="3614661" y="2265050"/>
            <a:ext cx="1602206" cy="6944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3288C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9pPr>
          </a:lstStyle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b="0" i="0" u="none" strike="noStrike" cap="none" normalizeH="0" baseline="0" dirty="0" smtClean="0">
                <a:ln>
                  <a:noFill/>
                </a:ln>
                <a:solidFill>
                  <a:srgbClr val="1B2950"/>
                </a:solidFill>
                <a:effectLst/>
                <a:latin typeface="+mn-lt"/>
                <a:ea typeface="Tahoma" pitchFamily="34" charset="0"/>
                <a:cs typeface="Tahoma" pitchFamily="34" charset="0"/>
              </a:rPr>
              <a:t>Payment Tracking</a:t>
            </a:r>
          </a:p>
        </p:txBody>
      </p:sp>
      <p:sp>
        <p:nvSpPr>
          <p:cNvPr id="57" name="Rectangle 56"/>
          <p:cNvSpPr/>
          <p:nvPr/>
        </p:nvSpPr>
        <p:spPr bwMode="auto">
          <a:xfrm>
            <a:off x="6808392" y="2265050"/>
            <a:ext cx="1602206" cy="694480"/>
          </a:xfrm>
          <a:prstGeom prst="rect">
            <a:avLst/>
          </a:prstGeom>
          <a:solidFill>
            <a:srgbClr val="3288C4"/>
          </a:solidFill>
          <a:ln w="9525" cap="flat" cmpd="sng" algn="ctr">
            <a:solidFill>
              <a:srgbClr val="3288C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9pPr>
          </a:lstStyle>
          <a:p>
            <a:pPr algn="ctr" eaLnBrk="0" hangingPunct="0"/>
            <a:r>
              <a:rPr lang="en-GB" dirty="0">
                <a:solidFill>
                  <a:schemeClr val="tx1"/>
                </a:solidFill>
                <a:latin typeface="+mn-lt"/>
                <a:ea typeface="Tahoma" pitchFamily="34" charset="0"/>
                <a:cs typeface="Tahoma" pitchFamily="34" charset="0"/>
              </a:rPr>
              <a:t>Payments</a:t>
            </a:r>
          </a:p>
        </p:txBody>
      </p:sp>
      <p:sp>
        <p:nvSpPr>
          <p:cNvPr id="59" name="Rectangle 58"/>
          <p:cNvSpPr/>
          <p:nvPr/>
        </p:nvSpPr>
        <p:spPr bwMode="auto">
          <a:xfrm>
            <a:off x="338945" y="3752789"/>
            <a:ext cx="1602206" cy="694480"/>
          </a:xfrm>
          <a:prstGeom prst="rect">
            <a:avLst/>
          </a:prstGeom>
          <a:solidFill>
            <a:srgbClr val="3288C4"/>
          </a:solidFill>
          <a:ln w="9525" cap="flat" cmpd="sng" algn="ctr">
            <a:solidFill>
              <a:srgbClr val="3288C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9pPr>
          </a:lstStyle>
          <a:p>
            <a:pPr algn="ctr" eaLnBrk="0" hangingPunct="0"/>
            <a:r>
              <a:rPr lang="en-GB" dirty="0" smtClean="0">
                <a:solidFill>
                  <a:schemeClr val="tx1"/>
                </a:solidFill>
                <a:latin typeface="+mn-lt"/>
              </a:rPr>
              <a:t>Engineering Document Release &amp; Change Control</a:t>
            </a:r>
          </a:p>
        </p:txBody>
      </p:sp>
      <p:sp>
        <p:nvSpPr>
          <p:cNvPr id="62" name="Rectangle 61"/>
          <p:cNvSpPr/>
          <p:nvPr/>
        </p:nvSpPr>
        <p:spPr bwMode="auto">
          <a:xfrm>
            <a:off x="1976803" y="3007693"/>
            <a:ext cx="1602206" cy="6944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3288C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9pPr>
          </a:lstStyle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b="0" i="0" u="none" strike="noStrike" cap="none" normalizeH="0" baseline="0" dirty="0" smtClean="0">
                <a:ln>
                  <a:noFill/>
                </a:ln>
                <a:solidFill>
                  <a:srgbClr val="1B2950"/>
                </a:solidFill>
                <a:effectLst/>
                <a:latin typeface="+mn-lt"/>
                <a:ea typeface="Tahoma" pitchFamily="34" charset="0"/>
                <a:cs typeface="Tahoma" pitchFamily="34" charset="0"/>
              </a:rPr>
              <a:t>Material Despatch &amp; Receipt at Site</a:t>
            </a:r>
          </a:p>
        </p:txBody>
      </p:sp>
      <p:sp>
        <p:nvSpPr>
          <p:cNvPr id="67" name="Rectangle 66"/>
          <p:cNvSpPr/>
          <p:nvPr/>
        </p:nvSpPr>
        <p:spPr bwMode="auto">
          <a:xfrm>
            <a:off x="3614661" y="3007693"/>
            <a:ext cx="1602206" cy="694480"/>
          </a:xfrm>
          <a:prstGeom prst="rect">
            <a:avLst/>
          </a:prstGeom>
          <a:solidFill>
            <a:srgbClr val="3288C4"/>
          </a:solidFill>
          <a:ln w="9525" cap="flat" cmpd="sng" algn="ctr">
            <a:solidFill>
              <a:srgbClr val="3288C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9pPr>
          </a:lstStyle>
          <a:p>
            <a:pPr algn="ctr" eaLnBrk="0" hangingPunct="0"/>
            <a:r>
              <a:rPr lang="en-GB" dirty="0" smtClean="0">
                <a:solidFill>
                  <a:schemeClr val="tx1"/>
                </a:solidFill>
                <a:latin typeface="+mn-lt"/>
                <a:ea typeface="Tahoma" pitchFamily="34" charset="0"/>
                <a:cs typeface="Tahoma" pitchFamily="34" charset="0"/>
              </a:rPr>
              <a:t>Delivery Tracking</a:t>
            </a:r>
          </a:p>
        </p:txBody>
      </p:sp>
      <p:sp>
        <p:nvSpPr>
          <p:cNvPr id="68" name="Rectangle 67"/>
          <p:cNvSpPr/>
          <p:nvPr/>
        </p:nvSpPr>
        <p:spPr bwMode="auto">
          <a:xfrm>
            <a:off x="1976803" y="3750336"/>
            <a:ext cx="1602206" cy="694480"/>
          </a:xfrm>
          <a:prstGeom prst="rect">
            <a:avLst/>
          </a:prstGeom>
          <a:solidFill>
            <a:srgbClr val="FFCCFF"/>
          </a:solidFill>
          <a:ln w="9525" cap="flat" cmpd="sng" algn="ctr">
            <a:solidFill>
              <a:srgbClr val="3288C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GB" dirty="0">
                <a:solidFill>
                  <a:srgbClr val="1B2950"/>
                </a:solidFill>
                <a:latin typeface="+mn-lt"/>
                <a:ea typeface="Tahoma" pitchFamily="34" charset="0"/>
                <a:cs typeface="Tahoma" pitchFamily="34" charset="0"/>
              </a:rPr>
              <a:t>Delivery Sequence Control</a:t>
            </a:r>
          </a:p>
        </p:txBody>
      </p:sp>
      <p:sp>
        <p:nvSpPr>
          <p:cNvPr id="69" name="Rectangle 68"/>
          <p:cNvSpPr/>
          <p:nvPr/>
        </p:nvSpPr>
        <p:spPr bwMode="auto">
          <a:xfrm>
            <a:off x="3614661" y="3750336"/>
            <a:ext cx="1602206" cy="694480"/>
          </a:xfrm>
          <a:prstGeom prst="rect">
            <a:avLst/>
          </a:prstGeom>
          <a:solidFill>
            <a:srgbClr val="3288C4"/>
          </a:solidFill>
          <a:ln w="9525" cap="flat" cmpd="sng" algn="ctr">
            <a:solidFill>
              <a:srgbClr val="3288C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9pPr>
          </a:lstStyle>
          <a:p>
            <a:pPr algn="ctr" eaLnBrk="0" hangingPunct="0"/>
            <a:r>
              <a:rPr lang="en-GB" dirty="0" smtClean="0">
                <a:solidFill>
                  <a:schemeClr val="tx1"/>
                </a:solidFill>
                <a:latin typeface="+mn-lt"/>
                <a:ea typeface="Tahoma" pitchFamily="34" charset="0"/>
                <a:cs typeface="Tahoma" pitchFamily="34" charset="0"/>
              </a:rPr>
              <a:t>Order Placement</a:t>
            </a:r>
          </a:p>
        </p:txBody>
      </p:sp>
      <p:sp>
        <p:nvSpPr>
          <p:cNvPr id="72" name="Rectangle 71"/>
          <p:cNvSpPr/>
          <p:nvPr/>
        </p:nvSpPr>
        <p:spPr bwMode="auto">
          <a:xfrm>
            <a:off x="6808392" y="3750336"/>
            <a:ext cx="1602206" cy="694480"/>
          </a:xfrm>
          <a:prstGeom prst="rect">
            <a:avLst/>
          </a:prstGeom>
          <a:solidFill>
            <a:srgbClr val="3288C4"/>
          </a:solidFill>
          <a:ln w="9525" cap="flat" cmpd="sng" algn="ctr">
            <a:solidFill>
              <a:srgbClr val="3288C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9pPr>
          </a:lstStyle>
          <a:p>
            <a:pPr algn="ctr" eaLnBrk="0" hangingPunct="0"/>
            <a:r>
              <a:rPr lang="en-GB" dirty="0">
                <a:solidFill>
                  <a:schemeClr val="tx1"/>
                </a:solidFill>
                <a:latin typeface="+mn-lt"/>
                <a:ea typeface="Tahoma" pitchFamily="34" charset="0"/>
                <a:cs typeface="Tahoma" pitchFamily="34" charset="0"/>
              </a:rPr>
              <a:t>Export Invoicing</a:t>
            </a:r>
          </a:p>
        </p:txBody>
      </p:sp>
      <p:sp>
        <p:nvSpPr>
          <p:cNvPr id="75" name="Rectangle 74"/>
          <p:cNvSpPr/>
          <p:nvPr/>
        </p:nvSpPr>
        <p:spPr bwMode="auto">
          <a:xfrm>
            <a:off x="338945" y="4477213"/>
            <a:ext cx="1602206" cy="6944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3288C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9pPr>
          </a:lstStyle>
          <a:p>
            <a:pPr algn="ctr" eaLnBrk="0" hangingPunct="0"/>
            <a:r>
              <a:rPr lang="en-GB" dirty="0" smtClean="0">
                <a:solidFill>
                  <a:srgbClr val="1B2950"/>
                </a:solidFill>
                <a:latin typeface="+mn-lt"/>
              </a:rPr>
              <a:t>Resource &amp;</a:t>
            </a:r>
          </a:p>
          <a:p>
            <a:pPr algn="ctr" eaLnBrk="0" hangingPunct="0"/>
            <a:r>
              <a:rPr lang="en-GB" dirty="0" smtClean="0">
                <a:solidFill>
                  <a:srgbClr val="1B2950"/>
                </a:solidFill>
                <a:latin typeface="+mn-lt"/>
              </a:rPr>
              <a:t>Productivity Management</a:t>
            </a:r>
          </a:p>
        </p:txBody>
      </p:sp>
      <p:sp>
        <p:nvSpPr>
          <p:cNvPr id="78" name="Rectangle 77"/>
          <p:cNvSpPr/>
          <p:nvPr/>
        </p:nvSpPr>
        <p:spPr bwMode="auto">
          <a:xfrm>
            <a:off x="1976803" y="4477213"/>
            <a:ext cx="1602206" cy="694480"/>
          </a:xfrm>
          <a:prstGeom prst="rect">
            <a:avLst/>
          </a:prstGeom>
          <a:solidFill>
            <a:srgbClr val="3288C4"/>
          </a:solidFill>
          <a:ln w="9525" cap="flat" cmpd="sng" algn="ctr">
            <a:solidFill>
              <a:srgbClr val="3288C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9pPr>
          </a:lstStyle>
          <a:p>
            <a:pPr algn="ctr" eaLnBrk="0" hangingPunct="0"/>
            <a:r>
              <a:rPr lang="en-GB" dirty="0" smtClean="0">
                <a:solidFill>
                  <a:schemeClr val="tx1"/>
                </a:solidFill>
                <a:latin typeface="+mn-lt"/>
                <a:ea typeface="Tahoma" pitchFamily="34" charset="0"/>
                <a:cs typeface="Tahoma" pitchFamily="34" charset="0"/>
              </a:rPr>
              <a:t>Material Indenting</a:t>
            </a:r>
          </a:p>
        </p:txBody>
      </p:sp>
      <p:sp>
        <p:nvSpPr>
          <p:cNvPr id="79" name="Rectangle 78"/>
          <p:cNvSpPr/>
          <p:nvPr/>
        </p:nvSpPr>
        <p:spPr bwMode="auto">
          <a:xfrm>
            <a:off x="3614533" y="4477213"/>
            <a:ext cx="1602206" cy="694480"/>
          </a:xfrm>
          <a:prstGeom prst="rect">
            <a:avLst/>
          </a:prstGeom>
          <a:solidFill>
            <a:srgbClr val="FFCCFF"/>
          </a:solidFill>
          <a:ln w="9525" cap="flat" cmpd="sng" algn="ctr">
            <a:solidFill>
              <a:srgbClr val="3288C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GB" dirty="0">
                <a:solidFill>
                  <a:srgbClr val="1B2950"/>
                </a:solidFill>
                <a:latin typeface="+mn-lt"/>
                <a:ea typeface="Tahoma" pitchFamily="34" charset="0"/>
                <a:cs typeface="Tahoma" pitchFamily="34" charset="0"/>
              </a:rPr>
              <a:t>Historic Cost Comparison</a:t>
            </a:r>
          </a:p>
        </p:txBody>
      </p:sp>
      <p:sp>
        <p:nvSpPr>
          <p:cNvPr id="80" name="Rectangle 79"/>
          <p:cNvSpPr/>
          <p:nvPr/>
        </p:nvSpPr>
        <p:spPr bwMode="auto">
          <a:xfrm>
            <a:off x="338945" y="5219857"/>
            <a:ext cx="1602206" cy="6944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3288C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9pPr>
          </a:lstStyle>
          <a:p>
            <a:pPr algn="ctr" eaLnBrk="0" hangingPunct="0"/>
            <a:r>
              <a:rPr lang="en-GB" dirty="0">
                <a:solidFill>
                  <a:srgbClr val="1B2950"/>
                </a:solidFill>
                <a:latin typeface="+mn-lt"/>
              </a:rPr>
              <a:t>Design Development Planning</a:t>
            </a:r>
          </a:p>
        </p:txBody>
      </p:sp>
      <p:sp>
        <p:nvSpPr>
          <p:cNvPr id="81" name="Rectangle 80"/>
          <p:cNvSpPr/>
          <p:nvPr/>
        </p:nvSpPr>
        <p:spPr bwMode="auto">
          <a:xfrm>
            <a:off x="1976803" y="5219857"/>
            <a:ext cx="1602206" cy="6944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3288C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GB" dirty="0">
                <a:solidFill>
                  <a:srgbClr val="1B2950"/>
                </a:solidFill>
                <a:latin typeface="+mn-lt"/>
                <a:cs typeface="Arial" pitchFamily="34" charset="0"/>
              </a:rPr>
              <a:t>Planning</a:t>
            </a:r>
          </a:p>
        </p:txBody>
      </p:sp>
      <p:sp>
        <p:nvSpPr>
          <p:cNvPr id="82" name="Rectangle 81"/>
          <p:cNvSpPr/>
          <p:nvPr/>
        </p:nvSpPr>
        <p:spPr bwMode="auto">
          <a:xfrm>
            <a:off x="3614661" y="5219857"/>
            <a:ext cx="1602206" cy="694480"/>
          </a:xfrm>
          <a:prstGeom prst="rect">
            <a:avLst/>
          </a:prstGeom>
          <a:solidFill>
            <a:srgbClr val="FFCCFF"/>
          </a:solidFill>
          <a:ln w="9525" cap="flat" cmpd="sng" algn="ctr">
            <a:solidFill>
              <a:srgbClr val="3288C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9pPr>
          </a:lstStyle>
          <a:p>
            <a:pPr algn="ctr" eaLnBrk="0" hangingPunct="0"/>
            <a:r>
              <a:rPr lang="en-GB" dirty="0" smtClean="0">
                <a:solidFill>
                  <a:srgbClr val="1B2950"/>
                </a:solidFill>
                <a:latin typeface="+mn-lt"/>
                <a:ea typeface="Tahoma" pitchFamily="34" charset="0"/>
                <a:cs typeface="Tahoma" pitchFamily="34" charset="0"/>
              </a:rPr>
              <a:t>Enquiry</a:t>
            </a:r>
          </a:p>
        </p:txBody>
      </p:sp>
      <p:sp>
        <p:nvSpPr>
          <p:cNvPr id="83" name="Rectangle 82"/>
          <p:cNvSpPr/>
          <p:nvPr/>
        </p:nvSpPr>
        <p:spPr bwMode="auto">
          <a:xfrm>
            <a:off x="6808392" y="5219857"/>
            <a:ext cx="1602206" cy="694480"/>
          </a:xfrm>
          <a:prstGeom prst="rect">
            <a:avLst/>
          </a:prstGeom>
          <a:solidFill>
            <a:srgbClr val="3288C4"/>
          </a:solidFill>
          <a:ln w="9525" cap="flat" cmpd="sng" algn="ctr">
            <a:solidFill>
              <a:srgbClr val="3288C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9pPr>
          </a:lstStyle>
          <a:p>
            <a:pPr algn="ctr" eaLnBrk="0" hangingPunct="0"/>
            <a:r>
              <a:rPr lang="en-GB" dirty="0" smtClean="0">
                <a:solidFill>
                  <a:schemeClr val="tx1"/>
                </a:solidFill>
                <a:latin typeface="+mn-lt"/>
                <a:ea typeface="Tahoma" pitchFamily="34" charset="0"/>
                <a:cs typeface="Tahoma" pitchFamily="34" charset="0"/>
              </a:rPr>
              <a:t>Accounting</a:t>
            </a:r>
          </a:p>
        </p:txBody>
      </p:sp>
      <p:sp>
        <p:nvSpPr>
          <p:cNvPr id="84" name="Rectangle 83"/>
          <p:cNvSpPr/>
          <p:nvPr/>
        </p:nvSpPr>
        <p:spPr bwMode="auto">
          <a:xfrm>
            <a:off x="6808392" y="3007693"/>
            <a:ext cx="1602206" cy="694480"/>
          </a:xfrm>
          <a:prstGeom prst="rect">
            <a:avLst/>
          </a:prstGeom>
          <a:solidFill>
            <a:srgbClr val="3288C4"/>
          </a:solidFill>
          <a:ln w="9525" cap="flat" cmpd="sng" algn="ctr">
            <a:solidFill>
              <a:srgbClr val="3288C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9pPr>
          </a:lstStyle>
          <a:p>
            <a:pPr algn="ctr" eaLnBrk="0" hangingPunct="0"/>
            <a:r>
              <a:rPr lang="en-GB" dirty="0" smtClean="0">
                <a:solidFill>
                  <a:schemeClr val="tx1"/>
                </a:solidFill>
                <a:latin typeface="+mn-lt"/>
                <a:ea typeface="Tahoma" pitchFamily="34" charset="0"/>
                <a:cs typeface="Tahoma" pitchFamily="34" charset="0"/>
              </a:rPr>
              <a:t>Project Sanction Control</a:t>
            </a:r>
          </a:p>
        </p:txBody>
      </p:sp>
      <p:sp>
        <p:nvSpPr>
          <p:cNvPr id="85" name="Rectangle 84"/>
          <p:cNvSpPr/>
          <p:nvPr/>
        </p:nvSpPr>
        <p:spPr bwMode="auto">
          <a:xfrm>
            <a:off x="1976805" y="783092"/>
            <a:ext cx="1602206" cy="694480"/>
          </a:xfrm>
          <a:prstGeom prst="rect">
            <a:avLst/>
          </a:prstGeom>
          <a:solidFill>
            <a:srgbClr val="3288C4"/>
          </a:solidFill>
          <a:ln w="9525" cap="flat" cmpd="sng" algn="ctr">
            <a:solidFill>
              <a:srgbClr val="3288C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9pPr>
          </a:lstStyle>
          <a:p>
            <a:pPr algn="ctr" eaLnBrk="0" hangingPunct="0"/>
            <a:r>
              <a:rPr lang="en-GB" dirty="0" smtClean="0">
                <a:solidFill>
                  <a:schemeClr val="tx1"/>
                </a:solidFill>
                <a:latin typeface="+mn-lt"/>
                <a:ea typeface="Tahoma" pitchFamily="34" charset="0"/>
                <a:cs typeface="Tahoma" pitchFamily="34" charset="0"/>
              </a:rPr>
              <a:t>Customer Billing, Schedule &amp; Status</a:t>
            </a:r>
            <a:endParaRPr kumimoji="0" lang="en-GB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  <a:ea typeface="Tahoma" pitchFamily="34" charset="0"/>
              <a:cs typeface="Tahoma" pitchFamily="34" charset="0"/>
            </a:endParaRPr>
          </a:p>
        </p:txBody>
      </p:sp>
      <p:sp>
        <p:nvSpPr>
          <p:cNvPr id="86" name="Rectangle 85"/>
          <p:cNvSpPr/>
          <p:nvPr/>
        </p:nvSpPr>
        <p:spPr bwMode="auto">
          <a:xfrm>
            <a:off x="6808394" y="783092"/>
            <a:ext cx="1602206" cy="6944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3288C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9pPr>
          </a:lstStyle>
          <a:p>
            <a:pPr algn="ctr" eaLnBrk="0" hangingPunct="0"/>
            <a:r>
              <a:rPr lang="en-GB" dirty="0" smtClean="0">
                <a:solidFill>
                  <a:srgbClr val="1B2950"/>
                </a:solidFill>
                <a:latin typeface="+mn-lt"/>
                <a:ea typeface="Tahoma" pitchFamily="34" charset="0"/>
                <a:cs typeface="Tahoma" pitchFamily="34" charset="0"/>
              </a:rPr>
              <a:t>MIS Creation</a:t>
            </a:r>
          </a:p>
        </p:txBody>
      </p:sp>
      <p:sp>
        <p:nvSpPr>
          <p:cNvPr id="87" name="Rectangle 86"/>
          <p:cNvSpPr/>
          <p:nvPr/>
        </p:nvSpPr>
        <p:spPr bwMode="auto">
          <a:xfrm>
            <a:off x="1976805" y="1525735"/>
            <a:ext cx="1602206" cy="694480"/>
          </a:xfrm>
          <a:prstGeom prst="rect">
            <a:avLst/>
          </a:prstGeom>
          <a:solidFill>
            <a:srgbClr val="3288C4"/>
          </a:solidFill>
          <a:ln w="9525" cap="flat" cmpd="sng" algn="ctr">
            <a:solidFill>
              <a:srgbClr val="3288C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9pPr>
          </a:lstStyle>
          <a:p>
            <a:pPr algn="ctr" eaLnBrk="0" hangingPunct="0"/>
            <a:r>
              <a:rPr lang="en-GB" dirty="0">
                <a:solidFill>
                  <a:schemeClr val="tx1"/>
                </a:solidFill>
                <a:latin typeface="+mn-lt"/>
                <a:ea typeface="Tahoma" pitchFamily="34" charset="0"/>
                <a:cs typeface="Tahoma" pitchFamily="34" charset="0"/>
              </a:rPr>
              <a:t>SAR/QFR</a:t>
            </a:r>
          </a:p>
        </p:txBody>
      </p:sp>
      <p:sp>
        <p:nvSpPr>
          <p:cNvPr id="88" name="Rectangle 87"/>
          <p:cNvSpPr/>
          <p:nvPr/>
        </p:nvSpPr>
        <p:spPr bwMode="auto">
          <a:xfrm>
            <a:off x="3614663" y="1525735"/>
            <a:ext cx="1602206" cy="6944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3288C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9pPr>
          </a:lstStyle>
          <a:p>
            <a:pPr algn="ctr" eaLnBrk="0" hangingPunct="0"/>
            <a:r>
              <a:rPr lang="en-GB" dirty="0" smtClean="0">
                <a:solidFill>
                  <a:srgbClr val="1B2950"/>
                </a:solidFill>
                <a:latin typeface="+mn-lt"/>
                <a:ea typeface="Tahoma" pitchFamily="34" charset="0"/>
                <a:cs typeface="Tahoma" pitchFamily="34" charset="0"/>
              </a:rPr>
              <a:t>Vendor Quality Tracking</a:t>
            </a:r>
          </a:p>
        </p:txBody>
      </p:sp>
      <p:sp>
        <p:nvSpPr>
          <p:cNvPr id="92" name="Rectangle 91"/>
          <p:cNvSpPr/>
          <p:nvPr/>
        </p:nvSpPr>
        <p:spPr bwMode="auto">
          <a:xfrm>
            <a:off x="6808394" y="1525735"/>
            <a:ext cx="1602206" cy="6944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3288C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9pPr>
          </a:lstStyle>
          <a:p>
            <a:pPr algn="ctr" eaLnBrk="0" hangingPunct="0"/>
            <a:r>
              <a:rPr lang="en-GB" dirty="0" smtClean="0">
                <a:solidFill>
                  <a:srgbClr val="1B2950"/>
                </a:solidFill>
                <a:latin typeface="+mn-lt"/>
                <a:ea typeface="Tahoma" pitchFamily="34" charset="0"/>
                <a:cs typeface="Tahoma" pitchFamily="34" charset="0"/>
              </a:rPr>
              <a:t>Cash Flow</a:t>
            </a:r>
          </a:p>
        </p:txBody>
      </p:sp>
      <p:grpSp>
        <p:nvGrpSpPr>
          <p:cNvPr id="93" name="Group 92"/>
          <p:cNvGrpSpPr/>
          <p:nvPr/>
        </p:nvGrpSpPr>
        <p:grpSpPr>
          <a:xfrm>
            <a:off x="1964753" y="6080279"/>
            <a:ext cx="1602399" cy="716927"/>
            <a:chOff x="2472276" y="5928453"/>
            <a:chExt cx="1602399" cy="716927"/>
          </a:xfrm>
        </p:grpSpPr>
        <p:cxnSp>
          <p:nvCxnSpPr>
            <p:cNvPr id="112" name="Straight Connector 111"/>
            <p:cNvCxnSpPr/>
            <p:nvPr/>
          </p:nvCxnSpPr>
          <p:spPr bwMode="auto">
            <a:xfrm>
              <a:off x="2472675" y="5928453"/>
              <a:ext cx="1602000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1B29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3" name="Rectangle 112"/>
            <p:cNvSpPr/>
            <p:nvPr/>
          </p:nvSpPr>
          <p:spPr bwMode="auto">
            <a:xfrm>
              <a:off x="2472276" y="5950899"/>
              <a:ext cx="1602000" cy="694481"/>
            </a:xfrm>
            <a:prstGeom prst="rect">
              <a:avLst/>
            </a:prstGeom>
            <a:solidFill>
              <a:srgbClr val="FFFFCC"/>
            </a:solidFill>
            <a:ln w="9525" cap="flat" cmpd="sng" algn="ctr">
              <a:solidFill>
                <a:srgbClr val="1B29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5pPr>
              <a:lvl6pPr marL="22860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6pPr>
              <a:lvl7pPr marL="27432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7pPr>
              <a:lvl8pPr marL="32004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8pPr>
              <a:lvl9pPr marL="36576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9pPr>
            </a:lstStyle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2000" b="0" i="0" u="none" strike="noStrike" cap="none" normalizeH="0" baseline="0" dirty="0" smtClean="0">
                  <a:ln>
                    <a:noFill/>
                  </a:ln>
                  <a:solidFill>
                    <a:srgbClr val="1B2950"/>
                  </a:solidFill>
                  <a:effectLst/>
                  <a:latin typeface="+mn-lt"/>
                </a:rPr>
                <a:t>Projects</a:t>
              </a:r>
            </a:p>
          </p:txBody>
        </p:sp>
      </p:grpSp>
      <p:grpSp>
        <p:nvGrpSpPr>
          <p:cNvPr id="94" name="Group 93"/>
          <p:cNvGrpSpPr/>
          <p:nvPr/>
        </p:nvGrpSpPr>
        <p:grpSpPr>
          <a:xfrm>
            <a:off x="3597653" y="6085281"/>
            <a:ext cx="1602399" cy="708301"/>
            <a:chOff x="2472276" y="5937079"/>
            <a:chExt cx="1602399" cy="708301"/>
          </a:xfrm>
        </p:grpSpPr>
        <p:cxnSp>
          <p:nvCxnSpPr>
            <p:cNvPr id="110" name="Straight Connector 109"/>
            <p:cNvCxnSpPr/>
            <p:nvPr/>
          </p:nvCxnSpPr>
          <p:spPr bwMode="auto">
            <a:xfrm>
              <a:off x="2472675" y="5937079"/>
              <a:ext cx="1602000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1B29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1" name="Rectangle 110"/>
            <p:cNvSpPr/>
            <p:nvPr/>
          </p:nvSpPr>
          <p:spPr bwMode="auto">
            <a:xfrm>
              <a:off x="2472276" y="5950899"/>
              <a:ext cx="1602000" cy="694481"/>
            </a:xfrm>
            <a:prstGeom prst="rect">
              <a:avLst/>
            </a:prstGeom>
            <a:solidFill>
              <a:srgbClr val="FFFFCC"/>
            </a:solidFill>
            <a:ln w="9525" cap="flat" cmpd="sng" algn="ctr">
              <a:solidFill>
                <a:srgbClr val="1B29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5pPr>
              <a:lvl6pPr marL="22860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6pPr>
              <a:lvl7pPr marL="27432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7pPr>
              <a:lvl8pPr marL="32004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8pPr>
              <a:lvl9pPr marL="36576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9pPr>
            </a:lstStyle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2000" b="0" i="0" u="none" strike="noStrike" cap="none" normalizeH="0" baseline="0" dirty="0" smtClean="0">
                  <a:ln>
                    <a:noFill/>
                  </a:ln>
                  <a:solidFill>
                    <a:srgbClr val="1B2950"/>
                  </a:solidFill>
                  <a:effectLst/>
                  <a:latin typeface="+mn-lt"/>
                </a:rPr>
                <a:t>Procurement</a:t>
              </a:r>
            </a:p>
          </p:txBody>
        </p:sp>
      </p:grpSp>
      <p:grpSp>
        <p:nvGrpSpPr>
          <p:cNvPr id="95" name="Group 94"/>
          <p:cNvGrpSpPr/>
          <p:nvPr/>
        </p:nvGrpSpPr>
        <p:grpSpPr>
          <a:xfrm>
            <a:off x="6739450" y="6086674"/>
            <a:ext cx="1656193" cy="716927"/>
            <a:chOff x="2472675" y="5928453"/>
            <a:chExt cx="1656193" cy="716927"/>
          </a:xfrm>
        </p:grpSpPr>
        <p:cxnSp>
          <p:nvCxnSpPr>
            <p:cNvPr id="108" name="Straight Connector 107"/>
            <p:cNvCxnSpPr/>
            <p:nvPr/>
          </p:nvCxnSpPr>
          <p:spPr bwMode="auto">
            <a:xfrm>
              <a:off x="2472675" y="5928453"/>
              <a:ext cx="1602000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1B29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9" name="Rectangle 108"/>
            <p:cNvSpPr/>
            <p:nvPr/>
          </p:nvSpPr>
          <p:spPr bwMode="auto">
            <a:xfrm>
              <a:off x="2526868" y="5950899"/>
              <a:ext cx="1602000" cy="694481"/>
            </a:xfrm>
            <a:prstGeom prst="rect">
              <a:avLst/>
            </a:prstGeom>
            <a:solidFill>
              <a:srgbClr val="FFFFCC"/>
            </a:solidFill>
            <a:ln w="9525" cap="flat" cmpd="sng" algn="ctr">
              <a:solidFill>
                <a:srgbClr val="1B29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5pPr>
              <a:lvl6pPr marL="22860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6pPr>
              <a:lvl7pPr marL="27432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7pPr>
              <a:lvl8pPr marL="32004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8pPr>
              <a:lvl9pPr marL="36576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9pPr>
            </a:lstStyle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2000" b="0" i="0" u="none" strike="noStrike" cap="none" normalizeH="0" baseline="0" dirty="0" smtClean="0">
                  <a:ln>
                    <a:noFill/>
                  </a:ln>
                  <a:solidFill>
                    <a:srgbClr val="1B2950"/>
                  </a:solidFill>
                  <a:effectLst/>
                  <a:latin typeface="+mn-lt"/>
                </a:rPr>
                <a:t>Accounts</a:t>
              </a:r>
            </a:p>
          </p:txBody>
        </p:sp>
      </p:grpSp>
      <p:sp>
        <p:nvSpPr>
          <p:cNvPr id="96" name="Rectangle 95"/>
          <p:cNvSpPr/>
          <p:nvPr/>
        </p:nvSpPr>
        <p:spPr bwMode="auto">
          <a:xfrm>
            <a:off x="6805640" y="4477767"/>
            <a:ext cx="1602206" cy="694480"/>
          </a:xfrm>
          <a:prstGeom prst="rect">
            <a:avLst/>
          </a:prstGeom>
          <a:solidFill>
            <a:srgbClr val="3288C4"/>
          </a:solidFill>
          <a:ln w="9525" cap="flat" cmpd="sng" algn="ctr">
            <a:solidFill>
              <a:srgbClr val="3288C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9pPr>
          </a:lstStyle>
          <a:p>
            <a:pPr marL="0" marR="0" indent="0" algn="ctr" defTabSz="914400" eaLnBrk="0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r>
              <a:rPr lang="en-GB" dirty="0" smtClean="0">
                <a:solidFill>
                  <a:schemeClr val="tx1"/>
                </a:solidFill>
                <a:latin typeface="+mn-lt"/>
                <a:ea typeface="Tahoma" pitchFamily="34" charset="0"/>
                <a:cs typeface="Tahoma" pitchFamily="34" charset="0"/>
              </a:rPr>
              <a:t>Domestic Invoicing</a:t>
            </a:r>
          </a:p>
        </p:txBody>
      </p:sp>
      <p:cxnSp>
        <p:nvCxnSpPr>
          <p:cNvPr id="97" name="Straight Connector 96"/>
          <p:cNvCxnSpPr>
            <a:cxnSpLocks noChangeShapeType="1"/>
          </p:cNvCxnSpPr>
          <p:nvPr/>
        </p:nvCxnSpPr>
        <p:spPr bwMode="auto">
          <a:xfrm>
            <a:off x="389046" y="5987297"/>
            <a:ext cx="8239125" cy="7618"/>
          </a:xfrm>
          <a:prstGeom prst="line">
            <a:avLst/>
          </a:prstGeom>
          <a:noFill/>
          <a:ln w="19050" algn="ctr">
            <a:solidFill>
              <a:srgbClr val="E98300"/>
            </a:solidFill>
            <a:prstDash val="dash"/>
            <a:round/>
            <a:headEnd type="none" w="med" len="med"/>
            <a:tailEnd type="arrow" w="med" len="med"/>
          </a:ln>
        </p:spPr>
      </p:cxnSp>
      <p:grpSp>
        <p:nvGrpSpPr>
          <p:cNvPr id="98" name="Group 97"/>
          <p:cNvGrpSpPr/>
          <p:nvPr/>
        </p:nvGrpSpPr>
        <p:grpSpPr>
          <a:xfrm>
            <a:off x="175167" y="785726"/>
            <a:ext cx="1602208" cy="1065896"/>
            <a:chOff x="397572" y="815268"/>
            <a:chExt cx="1602208" cy="2176438"/>
          </a:xfrm>
        </p:grpSpPr>
        <p:sp>
          <p:nvSpPr>
            <p:cNvPr id="105" name="Rectangle 104">
              <a:hlinkClick r:id="rId3" action="ppaction://hlinksldjump"/>
            </p:cNvPr>
            <p:cNvSpPr/>
            <p:nvPr/>
          </p:nvSpPr>
          <p:spPr bwMode="auto">
            <a:xfrm>
              <a:off x="397572" y="2297226"/>
              <a:ext cx="1602206" cy="694480"/>
            </a:xfrm>
            <a:prstGeom prst="rect">
              <a:avLst/>
            </a:prstGeom>
            <a:solidFill>
              <a:srgbClr val="3288C4"/>
            </a:solidFill>
            <a:ln w="9525" cap="flat" cmpd="sng" algn="ctr">
              <a:solidFill>
                <a:srgbClr val="3288C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5pPr>
              <a:lvl6pPr marL="22860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6pPr>
              <a:lvl7pPr marL="27432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7pPr>
              <a:lvl8pPr marL="32004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8pPr>
              <a:lvl9pPr marL="36576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9pPr>
            </a:lstStyle>
            <a:p>
              <a:pPr algn="ctr" eaLnBrk="0" hangingPunct="0"/>
              <a:r>
                <a:rPr lang="en-GB" sz="1100" dirty="0" smtClean="0">
                  <a:solidFill>
                    <a:schemeClr val="tx1"/>
                  </a:solidFill>
                  <a:ea typeface="Tahoma" pitchFamily="34" charset="0"/>
                  <a:cs typeface="Tahoma" pitchFamily="34" charset="0"/>
                </a:rPr>
                <a:t>ERP Drives Operation</a:t>
              </a:r>
            </a:p>
          </p:txBody>
        </p:sp>
        <p:sp>
          <p:nvSpPr>
            <p:cNvPr id="106" name="Rectangle 105"/>
            <p:cNvSpPr/>
            <p:nvPr/>
          </p:nvSpPr>
          <p:spPr bwMode="auto">
            <a:xfrm>
              <a:off x="397574" y="815268"/>
              <a:ext cx="1602206" cy="694480"/>
            </a:xfrm>
            <a:prstGeom prst="rect">
              <a:avLst/>
            </a:prstGeom>
            <a:solidFill>
              <a:srgbClr val="FFCCFF"/>
            </a:solidFill>
            <a:ln w="9525" cap="flat" cmpd="sng" algn="ctr">
              <a:solidFill>
                <a:srgbClr val="3288C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5pPr>
              <a:lvl6pPr marL="22860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6pPr>
              <a:lvl7pPr marL="27432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7pPr>
              <a:lvl8pPr marL="32004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8pPr>
              <a:lvl9pPr marL="36576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9pPr>
            </a:lstStyle>
            <a:p>
              <a:pPr algn="ctr" eaLnBrk="0" hangingPunct="0"/>
              <a:r>
                <a:rPr lang="en-GB" sz="1100" dirty="0" smtClean="0">
                  <a:solidFill>
                    <a:srgbClr val="1B2950"/>
                  </a:solidFill>
                  <a:ea typeface="Tahoma" pitchFamily="34" charset="0"/>
                  <a:cs typeface="Tahoma" pitchFamily="34" charset="0"/>
                </a:rPr>
                <a:t>ERP Not used/No Automation</a:t>
              </a:r>
            </a:p>
          </p:txBody>
        </p:sp>
        <p:sp>
          <p:nvSpPr>
            <p:cNvPr id="107" name="Rectangle 106"/>
            <p:cNvSpPr/>
            <p:nvPr/>
          </p:nvSpPr>
          <p:spPr bwMode="auto">
            <a:xfrm>
              <a:off x="397574" y="1557911"/>
              <a:ext cx="1602206" cy="6944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rgbClr val="3288C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5pPr>
              <a:lvl6pPr marL="22860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6pPr>
              <a:lvl7pPr marL="27432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7pPr>
              <a:lvl8pPr marL="32004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8pPr>
              <a:lvl9pPr marL="36576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9pPr>
            </a:lstStyle>
            <a:p>
              <a:pPr algn="ctr" eaLnBrk="0" hangingPunct="0"/>
              <a:r>
                <a:rPr lang="en-GB" sz="1100" dirty="0" smtClean="0">
                  <a:solidFill>
                    <a:srgbClr val="1B2950"/>
                  </a:solidFill>
                  <a:ea typeface="Tahoma" pitchFamily="34" charset="0"/>
                  <a:cs typeface="Tahoma" pitchFamily="34" charset="0"/>
                </a:rPr>
                <a:t>ERP Supports Operation</a:t>
              </a:r>
            </a:p>
          </p:txBody>
        </p:sp>
      </p:grpSp>
      <p:sp>
        <p:nvSpPr>
          <p:cNvPr id="100" name="Explosion 1 99"/>
          <p:cNvSpPr/>
          <p:nvPr/>
        </p:nvSpPr>
        <p:spPr bwMode="auto">
          <a:xfrm>
            <a:off x="5088519" y="4022715"/>
            <a:ext cx="1873036" cy="1972200"/>
          </a:xfrm>
          <a:prstGeom prst="irregularSeal1">
            <a:avLst/>
          </a:prstGeom>
          <a:solidFill>
            <a:schemeClr val="tx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9pPr>
          </a:lstStyle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2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Tahoma" pitchFamily="34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2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ahoma" pitchFamily="34" charset="0"/>
              </a:rPr>
              <a:t>Planned  to be integrated</a:t>
            </a:r>
          </a:p>
        </p:txBody>
      </p:sp>
      <p:grpSp>
        <p:nvGrpSpPr>
          <p:cNvPr id="101" name="Group 100"/>
          <p:cNvGrpSpPr/>
          <p:nvPr/>
        </p:nvGrpSpPr>
        <p:grpSpPr>
          <a:xfrm>
            <a:off x="5210391" y="6087553"/>
            <a:ext cx="1541927" cy="708301"/>
            <a:chOff x="2429726" y="5937079"/>
            <a:chExt cx="1602400" cy="708301"/>
          </a:xfrm>
        </p:grpSpPr>
        <p:cxnSp>
          <p:nvCxnSpPr>
            <p:cNvPr id="102" name="Straight Connector 101"/>
            <p:cNvCxnSpPr/>
            <p:nvPr/>
          </p:nvCxnSpPr>
          <p:spPr bwMode="auto">
            <a:xfrm>
              <a:off x="2430126" y="5937079"/>
              <a:ext cx="1602000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1B29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4" name="Rectangle 103"/>
            <p:cNvSpPr/>
            <p:nvPr/>
          </p:nvSpPr>
          <p:spPr bwMode="auto">
            <a:xfrm>
              <a:off x="2429726" y="5950899"/>
              <a:ext cx="1602000" cy="694481"/>
            </a:xfrm>
            <a:prstGeom prst="rect">
              <a:avLst/>
            </a:prstGeom>
            <a:solidFill>
              <a:srgbClr val="FFFFCC"/>
            </a:solidFill>
            <a:ln w="9525" cap="flat" cmpd="sng" algn="ctr">
              <a:solidFill>
                <a:srgbClr val="1B29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5pPr>
              <a:lvl6pPr marL="22860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6pPr>
              <a:lvl7pPr marL="27432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7pPr>
              <a:lvl8pPr marL="32004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8pPr>
              <a:lvl9pPr marL="3657600" algn="l" defTabSz="914400" rtl="0" eaLnBrk="1" latinLnBrk="0" hangingPunct="1">
                <a:defRPr sz="1400" kern="1200">
                  <a:solidFill>
                    <a:srgbClr val="000000"/>
                  </a:solidFill>
                  <a:latin typeface="Tahoma" pitchFamily="34" charset="0"/>
                  <a:ea typeface="+mn-ea"/>
                  <a:cs typeface="Arial" pitchFamily="34" charset="0"/>
                </a:defRPr>
              </a:lvl9pPr>
            </a:lstStyle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2000" b="0" i="0" u="none" strike="noStrike" cap="none" normalizeH="0" baseline="0" dirty="0" smtClean="0">
                  <a:ln>
                    <a:noFill/>
                  </a:ln>
                  <a:solidFill>
                    <a:srgbClr val="1B2950"/>
                  </a:solidFill>
                  <a:effectLst/>
                  <a:latin typeface="+mn-lt"/>
                </a:rPr>
                <a:t>Construction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itle 1"/>
          <p:cNvSpPr>
            <a:spLocks noGrp="1"/>
          </p:cNvSpPr>
          <p:nvPr>
            <p:ph type="title"/>
          </p:nvPr>
        </p:nvSpPr>
        <p:spPr>
          <a:xfrm>
            <a:off x="833438" y="60325"/>
            <a:ext cx="8297862" cy="70167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GB" sz="3500" dirty="0" smtClean="0">
                <a:solidFill>
                  <a:schemeClr val="bg2"/>
                </a:solidFill>
              </a:rPr>
              <a:t>CAD Applications</a:t>
            </a:r>
          </a:p>
        </p:txBody>
      </p:sp>
      <p:sp>
        <p:nvSpPr>
          <p:cNvPr id="90" name="Rectangle 89"/>
          <p:cNvSpPr/>
          <p:nvPr/>
        </p:nvSpPr>
        <p:spPr bwMode="auto">
          <a:xfrm>
            <a:off x="227510" y="201893"/>
            <a:ext cx="496389" cy="458742"/>
          </a:xfrm>
          <a:prstGeom prst="rect">
            <a:avLst/>
          </a:prstGeom>
          <a:solidFill>
            <a:schemeClr val="tx1">
              <a:lumMod val="65000"/>
            </a:schemeClr>
          </a:solidFill>
          <a:ln w="9525" cap="flat" cmpd="sng" algn="ctr">
            <a:solidFill>
              <a:schemeClr val="tx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GB" sz="2600" b="1" dirty="0" smtClean="0">
                <a:solidFill>
                  <a:schemeClr val="tx1"/>
                </a:solidFill>
                <a:latin typeface="+mn-lt"/>
              </a:rPr>
              <a:t>2</a:t>
            </a:r>
          </a:p>
        </p:txBody>
      </p:sp>
      <p:pic>
        <p:nvPicPr>
          <p:cNvPr id="6" name="tab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39" y="1128115"/>
            <a:ext cx="8280921" cy="46017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auto">
          <a:xfrm>
            <a:off x="431538" y="6010000"/>
            <a:ext cx="8280921" cy="6944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3288C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Tahoma" pitchFamily="34" charset="0"/>
                <a:ea typeface="+mn-ea"/>
                <a:cs typeface="Arial" pitchFamily="34" charset="0"/>
              </a:defRPr>
            </a:lvl9pPr>
          </a:lstStyle>
          <a:p>
            <a:pPr algn="ctr" eaLnBrk="0" hangingPunct="0"/>
            <a:endParaRPr lang="en-GB" sz="1800" b="1" dirty="0" smtClean="0">
              <a:latin typeface="+mn-lt"/>
              <a:ea typeface="Tahoma" pitchFamily="34" charset="0"/>
              <a:cs typeface="Tahoma" pitchFamily="34" charset="0"/>
            </a:endParaRPr>
          </a:p>
          <a:p>
            <a:pPr algn="ctr" eaLnBrk="0" hangingPunct="0"/>
            <a:r>
              <a:rPr lang="en-GB" sz="1800" b="1" dirty="0" err="1" smtClean="0">
                <a:latin typeface="+mn-lt"/>
                <a:ea typeface="Tahoma" pitchFamily="34" charset="0"/>
                <a:cs typeface="Tahoma" pitchFamily="34" charset="0"/>
              </a:rPr>
              <a:t>iDMS</a:t>
            </a:r>
            <a:r>
              <a:rPr lang="en-GB" sz="1800" b="1" dirty="0" smtClean="0">
                <a:latin typeface="+mn-lt"/>
                <a:ea typeface="Tahoma" pitchFamily="34" charset="0"/>
                <a:cs typeface="Tahoma" pitchFamily="34" charset="0"/>
              </a:rPr>
              <a:t>/PLM-ERP</a:t>
            </a:r>
          </a:p>
          <a:p>
            <a:pPr algn="ctr" eaLnBrk="0" hangingPunct="0"/>
            <a:r>
              <a:rPr lang="en-GB" sz="1800" b="1" dirty="0" smtClean="0">
                <a:latin typeface="+mn-lt"/>
                <a:ea typeface="Tahoma" pitchFamily="34" charset="0"/>
                <a:cs typeface="Tahoma" pitchFamily="34" charset="0"/>
              </a:rPr>
              <a:t>(Drawings Master List and BoM)</a:t>
            </a:r>
            <a:endParaRPr lang="en-GB" b="1" dirty="0" smtClean="0">
              <a:latin typeface="+mn-lt"/>
              <a:ea typeface="Tahoma" pitchFamily="34" charset="0"/>
              <a:cs typeface="Tahoma" pitchFamily="34" charset="0"/>
            </a:endParaRPr>
          </a:p>
        </p:txBody>
      </p:sp>
      <p:sp>
        <p:nvSpPr>
          <p:cNvPr id="3" name="Up-Down Arrow 2"/>
          <p:cNvSpPr/>
          <p:nvPr/>
        </p:nvSpPr>
        <p:spPr bwMode="auto">
          <a:xfrm>
            <a:off x="4324865" y="5436973"/>
            <a:ext cx="345989" cy="827904"/>
          </a:xfrm>
          <a:prstGeom prst="upDownArrow">
            <a:avLst/>
          </a:prstGeom>
          <a:solidFill>
            <a:schemeClr val="tx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2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ahoma" pitchFamily="34" charset="0"/>
              </a:rPr>
              <a:t>E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2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ahoma" pitchFamily="34" charset="0"/>
              </a:rPr>
              <a:t>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2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ahoma" pitchFamily="34" charset="0"/>
              </a:rPr>
              <a:t>I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1"/>
          <p:cNvSpPr txBox="1">
            <a:spLocks/>
          </p:cNvSpPr>
          <p:nvPr/>
        </p:nvSpPr>
        <p:spPr bwMode="auto">
          <a:xfrm>
            <a:off x="833438" y="60325"/>
            <a:ext cx="8297862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80000"/>
              </a:lnSpc>
              <a:defRPr sz="3500" b="1">
                <a:solidFill>
                  <a:schemeClr val="bg2"/>
                </a:solidFill>
                <a:effectLst/>
                <a:latin typeface="+mj-lt"/>
                <a:ea typeface="+mj-ea"/>
                <a:cs typeface="+mj-cs"/>
              </a:defRPr>
            </a:lvl1pPr>
            <a:lvl2pPr eaLnBrk="0" hangingPunct="0">
              <a:defRPr sz="40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Franklin Gothic Book" pitchFamily="34" charset="0"/>
              </a:defRPr>
            </a:lvl2pPr>
            <a:lvl3pPr eaLnBrk="0" hangingPunct="0">
              <a:defRPr sz="40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Franklin Gothic Book" pitchFamily="34" charset="0"/>
              </a:defRPr>
            </a:lvl3pPr>
            <a:lvl4pPr eaLnBrk="0" hangingPunct="0">
              <a:defRPr sz="40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Franklin Gothic Book" pitchFamily="34" charset="0"/>
              </a:defRPr>
            </a:lvl4pPr>
            <a:lvl5pPr eaLnBrk="0" hangingPunct="0">
              <a:defRPr sz="40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Franklin Gothic Book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Franklin Gothic Book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Franklin Gothic Book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Franklin Gothic Book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Franklin Gothic Book" pitchFamily="34" charset="0"/>
              </a:defRPr>
            </a:lvl9pPr>
          </a:lstStyle>
          <a:p>
            <a:r>
              <a:rPr lang="en-GB" dirty="0"/>
              <a:t>Project Control Tower</a:t>
            </a:r>
          </a:p>
        </p:txBody>
      </p:sp>
      <p:sp>
        <p:nvSpPr>
          <p:cNvPr id="66" name="Rectangle 65"/>
          <p:cNvSpPr/>
          <p:nvPr/>
        </p:nvSpPr>
        <p:spPr bwMode="auto">
          <a:xfrm>
            <a:off x="227510" y="201893"/>
            <a:ext cx="496389" cy="458742"/>
          </a:xfrm>
          <a:prstGeom prst="rect">
            <a:avLst/>
          </a:prstGeom>
          <a:solidFill>
            <a:schemeClr val="tx1">
              <a:lumMod val="65000"/>
            </a:schemeClr>
          </a:solidFill>
          <a:ln w="9525" cap="flat" cmpd="sng" algn="ctr">
            <a:solidFill>
              <a:schemeClr val="tx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GB" sz="2600" b="1" dirty="0" smtClean="0">
                <a:solidFill>
                  <a:schemeClr val="tx1"/>
                </a:solidFill>
                <a:latin typeface="+mn-lt"/>
              </a:rPr>
              <a:t>2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2000"/>
            <a:ext cx="9199411" cy="5205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84287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33438" y="60325"/>
            <a:ext cx="8297862" cy="70167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GB" sz="3500" dirty="0" smtClean="0">
                <a:solidFill>
                  <a:schemeClr val="bg2"/>
                </a:solidFill>
              </a:rPr>
              <a:t>Content</a:t>
            </a:r>
          </a:p>
        </p:txBody>
      </p:sp>
      <p:grpSp>
        <p:nvGrpSpPr>
          <p:cNvPr id="2" name="Group 67"/>
          <p:cNvGrpSpPr/>
          <p:nvPr/>
        </p:nvGrpSpPr>
        <p:grpSpPr>
          <a:xfrm>
            <a:off x="1521088" y="2892760"/>
            <a:ext cx="6183712" cy="1072481"/>
            <a:chOff x="573229" y="3041160"/>
            <a:chExt cx="6183712" cy="1072481"/>
          </a:xfrm>
        </p:grpSpPr>
        <p:sp>
          <p:nvSpPr>
            <p:cNvPr id="60" name="Pentagon 59"/>
            <p:cNvSpPr/>
            <p:nvPr/>
          </p:nvSpPr>
          <p:spPr bwMode="auto">
            <a:xfrm>
              <a:off x="776755" y="3269036"/>
              <a:ext cx="1939562" cy="844605"/>
            </a:xfrm>
            <a:prstGeom prst="homePlate">
              <a:avLst/>
            </a:prstGeom>
            <a:solidFill>
              <a:srgbClr val="19345F"/>
            </a:solidFill>
            <a:ln w="25400" algn="ctr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 eaLnBrk="0" hangingPunct="0"/>
              <a:r>
                <a:rPr lang="en-GB" sz="1300" b="1" dirty="0" smtClean="0">
                  <a:solidFill>
                    <a:srgbClr val="FFFFFF"/>
                  </a:solidFill>
                  <a:latin typeface="+mn-lt"/>
                </a:rPr>
                <a:t>Infrastructure</a:t>
              </a:r>
            </a:p>
          </p:txBody>
        </p:sp>
        <p:sp>
          <p:nvSpPr>
            <p:cNvPr id="61" name="Chevron 60"/>
            <p:cNvSpPr/>
            <p:nvPr/>
          </p:nvSpPr>
          <p:spPr bwMode="auto">
            <a:xfrm>
              <a:off x="2351899" y="3269036"/>
              <a:ext cx="2378188" cy="844605"/>
            </a:xfrm>
            <a:prstGeom prst="chevron">
              <a:avLst/>
            </a:prstGeom>
            <a:solidFill>
              <a:srgbClr val="1F9CD7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0" rIns="7200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GB" sz="1300" b="1" dirty="0" smtClean="0">
                  <a:solidFill>
                    <a:schemeClr val="tx1"/>
                  </a:solidFill>
                  <a:latin typeface="+mn-lt"/>
                </a:rPr>
                <a:t>Applications</a:t>
              </a:r>
            </a:p>
          </p:txBody>
        </p:sp>
        <p:sp>
          <p:nvSpPr>
            <p:cNvPr id="62" name="Oval 61"/>
            <p:cNvSpPr/>
            <p:nvPr/>
          </p:nvSpPr>
          <p:spPr bwMode="auto">
            <a:xfrm>
              <a:off x="573229" y="3041160"/>
              <a:ext cx="425156" cy="455751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3288C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2800" b="1" i="0" u="none" strike="noStrike" normalizeH="0" baseline="0" dirty="0" smtClean="0">
                  <a:ln w="12700">
                    <a:solidFill>
                      <a:schemeClr val="tx2">
                        <a:satMod val="155000"/>
                      </a:schemeClr>
                    </a:solidFill>
                    <a:prstDash val="solid"/>
                  </a:ln>
                  <a:solidFill>
                    <a:schemeClr val="bg2">
                      <a:tint val="85000"/>
                      <a:satMod val="15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Arial" pitchFamily="34" charset="0"/>
                  <a:cs typeface="Arial" pitchFamily="34" charset="0"/>
                </a:rPr>
                <a:t>1</a:t>
              </a:r>
            </a:p>
          </p:txBody>
        </p:sp>
        <p:sp>
          <p:nvSpPr>
            <p:cNvPr id="63" name="Oval 62"/>
            <p:cNvSpPr/>
            <p:nvPr/>
          </p:nvSpPr>
          <p:spPr bwMode="auto">
            <a:xfrm>
              <a:off x="2234506" y="3041160"/>
              <a:ext cx="425156" cy="455751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3288C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GB" sz="2800" b="1" dirty="0" smtClean="0">
                  <a:ln w="12700">
                    <a:solidFill>
                      <a:schemeClr val="tx2">
                        <a:satMod val="155000"/>
                      </a:schemeClr>
                    </a:solidFill>
                    <a:prstDash val="solid"/>
                  </a:ln>
                  <a:solidFill>
                    <a:schemeClr val="bg2">
                      <a:tint val="85000"/>
                      <a:satMod val="15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Arial" pitchFamily="34" charset="0"/>
                  <a:cs typeface="Arial" pitchFamily="34" charset="0"/>
                </a:rPr>
                <a:t>2</a:t>
              </a:r>
            </a:p>
          </p:txBody>
        </p:sp>
        <p:sp>
          <p:nvSpPr>
            <p:cNvPr id="64" name="Chevron 63"/>
            <p:cNvSpPr/>
            <p:nvPr/>
          </p:nvSpPr>
          <p:spPr bwMode="auto">
            <a:xfrm>
              <a:off x="4378753" y="3269036"/>
              <a:ext cx="2378188" cy="844605"/>
            </a:xfrm>
            <a:prstGeom prst="chevron">
              <a:avLst/>
            </a:prstGeom>
            <a:solidFill>
              <a:srgbClr val="E6E6DA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72000" rIns="72000" bIns="7200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GB" sz="1300" b="1" dirty="0" smtClean="0">
                  <a:latin typeface="+mn-lt"/>
                </a:rPr>
                <a:t>Policies</a:t>
              </a:r>
            </a:p>
          </p:txBody>
        </p:sp>
        <p:sp>
          <p:nvSpPr>
            <p:cNvPr id="65" name="Oval 64"/>
            <p:cNvSpPr/>
            <p:nvPr/>
          </p:nvSpPr>
          <p:spPr bwMode="auto">
            <a:xfrm>
              <a:off x="4179223" y="3041160"/>
              <a:ext cx="425156" cy="455751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3288C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GB" sz="1200" dirty="0" smtClean="0">
                  <a:solidFill>
                    <a:srgbClr val="3288C4"/>
                  </a:solidFill>
                  <a:latin typeface="Arial" pitchFamily="34" charset="0"/>
                  <a:cs typeface="Arial" pitchFamily="34" charset="0"/>
                </a:rPr>
                <a:t>3</a:t>
              </a:r>
              <a:endParaRPr kumimoji="0" lang="en-GB" sz="1200" b="0" i="0" u="none" strike="noStrike" cap="none" normalizeH="0" baseline="0" dirty="0" smtClean="0">
                <a:ln>
                  <a:noFill/>
                </a:ln>
                <a:solidFill>
                  <a:srgbClr val="3288C4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33438" y="60325"/>
            <a:ext cx="8297862" cy="70167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GB" sz="3500" dirty="0" smtClean="0">
                <a:solidFill>
                  <a:schemeClr val="bg2"/>
                </a:solidFill>
              </a:rPr>
              <a:t>Content</a:t>
            </a:r>
          </a:p>
        </p:txBody>
      </p:sp>
      <p:grpSp>
        <p:nvGrpSpPr>
          <p:cNvPr id="2" name="Group 67"/>
          <p:cNvGrpSpPr/>
          <p:nvPr/>
        </p:nvGrpSpPr>
        <p:grpSpPr>
          <a:xfrm>
            <a:off x="1521088" y="2892760"/>
            <a:ext cx="6183712" cy="1072481"/>
            <a:chOff x="573229" y="3041160"/>
            <a:chExt cx="6183712" cy="1072481"/>
          </a:xfrm>
        </p:grpSpPr>
        <p:sp>
          <p:nvSpPr>
            <p:cNvPr id="60" name="Pentagon 59"/>
            <p:cNvSpPr/>
            <p:nvPr/>
          </p:nvSpPr>
          <p:spPr bwMode="auto">
            <a:xfrm>
              <a:off x="776755" y="3269036"/>
              <a:ext cx="1939562" cy="844605"/>
            </a:xfrm>
            <a:prstGeom prst="homePlate">
              <a:avLst/>
            </a:prstGeom>
            <a:solidFill>
              <a:srgbClr val="19345F"/>
            </a:solidFill>
            <a:ln w="25400" algn="ctr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 eaLnBrk="0" hangingPunct="0"/>
              <a:r>
                <a:rPr lang="en-GB" sz="1300" b="1" dirty="0" smtClean="0">
                  <a:solidFill>
                    <a:srgbClr val="FFFFFF"/>
                  </a:solidFill>
                  <a:latin typeface="+mn-lt"/>
                </a:rPr>
                <a:t>Infrastructure</a:t>
              </a:r>
            </a:p>
          </p:txBody>
        </p:sp>
        <p:sp>
          <p:nvSpPr>
            <p:cNvPr id="61" name="Chevron 60"/>
            <p:cNvSpPr/>
            <p:nvPr/>
          </p:nvSpPr>
          <p:spPr bwMode="auto">
            <a:xfrm>
              <a:off x="2351899" y="3269036"/>
              <a:ext cx="2378188" cy="844605"/>
            </a:xfrm>
            <a:prstGeom prst="chevron">
              <a:avLst/>
            </a:prstGeom>
            <a:solidFill>
              <a:srgbClr val="1F9CD7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0" rIns="7200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GB" sz="1300" b="1" dirty="0" smtClean="0">
                  <a:solidFill>
                    <a:schemeClr val="tx1"/>
                  </a:solidFill>
                  <a:latin typeface="+mn-lt"/>
                </a:rPr>
                <a:t>Applications</a:t>
              </a:r>
            </a:p>
          </p:txBody>
        </p:sp>
        <p:sp>
          <p:nvSpPr>
            <p:cNvPr id="62" name="Oval 61"/>
            <p:cNvSpPr/>
            <p:nvPr/>
          </p:nvSpPr>
          <p:spPr bwMode="auto">
            <a:xfrm>
              <a:off x="573229" y="3041160"/>
              <a:ext cx="425156" cy="455751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3288C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2800" b="1" i="0" u="none" strike="noStrike" normalizeH="0" baseline="0" dirty="0" smtClean="0">
                  <a:ln w="12700">
                    <a:solidFill>
                      <a:schemeClr val="tx2">
                        <a:satMod val="155000"/>
                      </a:schemeClr>
                    </a:solidFill>
                    <a:prstDash val="solid"/>
                  </a:ln>
                  <a:solidFill>
                    <a:schemeClr val="bg2">
                      <a:tint val="85000"/>
                      <a:satMod val="15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Arial" pitchFamily="34" charset="0"/>
                  <a:cs typeface="Arial" pitchFamily="34" charset="0"/>
                </a:rPr>
                <a:t>1</a:t>
              </a:r>
            </a:p>
          </p:txBody>
        </p:sp>
        <p:sp>
          <p:nvSpPr>
            <p:cNvPr id="63" name="Oval 62"/>
            <p:cNvSpPr/>
            <p:nvPr/>
          </p:nvSpPr>
          <p:spPr bwMode="auto">
            <a:xfrm>
              <a:off x="2234506" y="3041160"/>
              <a:ext cx="425156" cy="455751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3288C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GB" sz="2800" b="1" dirty="0" smtClean="0">
                  <a:ln w="12700">
                    <a:solidFill>
                      <a:schemeClr val="tx2">
                        <a:satMod val="155000"/>
                      </a:schemeClr>
                    </a:solidFill>
                    <a:prstDash val="solid"/>
                  </a:ln>
                  <a:solidFill>
                    <a:schemeClr val="bg2">
                      <a:tint val="85000"/>
                      <a:satMod val="15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Arial" pitchFamily="34" charset="0"/>
                  <a:cs typeface="Arial" pitchFamily="34" charset="0"/>
                </a:rPr>
                <a:t>2</a:t>
              </a:r>
            </a:p>
          </p:txBody>
        </p:sp>
        <p:sp>
          <p:nvSpPr>
            <p:cNvPr id="64" name="Chevron 63"/>
            <p:cNvSpPr/>
            <p:nvPr/>
          </p:nvSpPr>
          <p:spPr bwMode="auto">
            <a:xfrm>
              <a:off x="4378753" y="3269036"/>
              <a:ext cx="2378188" cy="844605"/>
            </a:xfrm>
            <a:prstGeom prst="chevron">
              <a:avLst/>
            </a:prstGeom>
            <a:solidFill>
              <a:srgbClr val="E6E6DA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72000" rIns="72000" bIns="7200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GB" sz="1300" b="1" dirty="0" smtClean="0">
                  <a:latin typeface="+mn-lt"/>
                </a:rPr>
                <a:t>Policies</a:t>
              </a:r>
            </a:p>
          </p:txBody>
        </p:sp>
        <p:sp>
          <p:nvSpPr>
            <p:cNvPr id="65" name="Oval 64"/>
            <p:cNvSpPr/>
            <p:nvPr/>
          </p:nvSpPr>
          <p:spPr bwMode="auto">
            <a:xfrm>
              <a:off x="4179223" y="3041160"/>
              <a:ext cx="425156" cy="455751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3288C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eaLnBrk="0" latinLnBrk="0" hangingPunct="0">
                <a:lnSpc>
                  <a:spcPct val="100000"/>
                </a:lnSpc>
                <a:buClrTx/>
                <a:buSzTx/>
                <a:buFontTx/>
                <a:buNone/>
                <a:tabLst/>
              </a:pPr>
              <a:r>
                <a:rPr lang="en-GB" sz="2800" b="1" dirty="0" smtClean="0">
                  <a:ln w="12700">
                    <a:solidFill>
                      <a:schemeClr val="tx2">
                        <a:satMod val="155000"/>
                      </a:schemeClr>
                    </a:solidFill>
                    <a:prstDash val="solid"/>
                  </a:ln>
                  <a:solidFill>
                    <a:schemeClr val="bg2">
                      <a:tint val="85000"/>
                      <a:satMod val="15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Arial" pitchFamily="34" charset="0"/>
                  <a:cs typeface="Arial" pitchFamily="34" charset="0"/>
                </a:rPr>
                <a:t>3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itle 1"/>
          <p:cNvSpPr>
            <a:spLocks noGrp="1"/>
          </p:cNvSpPr>
          <p:nvPr>
            <p:ph type="title"/>
          </p:nvPr>
        </p:nvSpPr>
        <p:spPr>
          <a:xfrm>
            <a:off x="833438" y="60325"/>
            <a:ext cx="8297862" cy="70167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GB" sz="3500" dirty="0" smtClean="0">
                <a:solidFill>
                  <a:schemeClr val="bg2"/>
                </a:solidFill>
              </a:rPr>
              <a:t>Security Policy</a:t>
            </a:r>
          </a:p>
        </p:txBody>
      </p:sp>
      <p:sp>
        <p:nvSpPr>
          <p:cNvPr id="90" name="Rectangle 89"/>
          <p:cNvSpPr/>
          <p:nvPr/>
        </p:nvSpPr>
        <p:spPr bwMode="auto">
          <a:xfrm>
            <a:off x="227510" y="201893"/>
            <a:ext cx="496389" cy="458742"/>
          </a:xfrm>
          <a:prstGeom prst="rect">
            <a:avLst/>
          </a:prstGeom>
          <a:solidFill>
            <a:schemeClr val="tx1">
              <a:lumMod val="65000"/>
            </a:schemeClr>
          </a:solidFill>
          <a:ln w="9525" cap="flat" cmpd="sng" algn="ctr">
            <a:solidFill>
              <a:schemeClr val="tx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GB" sz="2600" b="1" dirty="0">
                <a:solidFill>
                  <a:schemeClr val="tx1"/>
                </a:solidFill>
                <a:latin typeface="+mn-lt"/>
              </a:rPr>
              <a:t>3</a:t>
            </a:r>
            <a:endParaRPr lang="en-GB" sz="2600" b="1" dirty="0" smtClean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62138" y="1319213"/>
            <a:ext cx="5419725" cy="421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itle 1"/>
          <p:cNvSpPr>
            <a:spLocks noGrp="1"/>
          </p:cNvSpPr>
          <p:nvPr>
            <p:ph type="title"/>
          </p:nvPr>
        </p:nvSpPr>
        <p:spPr>
          <a:xfrm>
            <a:off x="833438" y="60325"/>
            <a:ext cx="8297862" cy="70167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GB" sz="3500" dirty="0" smtClean="0">
                <a:solidFill>
                  <a:schemeClr val="bg2"/>
                </a:solidFill>
              </a:rPr>
              <a:t>IT Guidelines on Information Security</a:t>
            </a:r>
          </a:p>
        </p:txBody>
      </p:sp>
      <p:sp>
        <p:nvSpPr>
          <p:cNvPr id="90" name="Rectangle 89"/>
          <p:cNvSpPr/>
          <p:nvPr/>
        </p:nvSpPr>
        <p:spPr bwMode="auto">
          <a:xfrm>
            <a:off x="227510" y="201893"/>
            <a:ext cx="496389" cy="458742"/>
          </a:xfrm>
          <a:prstGeom prst="rect">
            <a:avLst/>
          </a:prstGeom>
          <a:solidFill>
            <a:schemeClr val="tx1">
              <a:lumMod val="65000"/>
            </a:schemeClr>
          </a:solidFill>
          <a:ln w="9525" cap="flat" cmpd="sng" algn="ctr">
            <a:solidFill>
              <a:schemeClr val="tx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GB" sz="2600" b="1" dirty="0" smtClean="0">
                <a:solidFill>
                  <a:schemeClr val="tx1"/>
                </a:solidFill>
                <a:latin typeface="+mn-lt"/>
              </a:rPr>
              <a:t>3</a:t>
            </a: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318165842"/>
              </p:ext>
            </p:extLst>
          </p:nvPr>
        </p:nvGraphicFramePr>
        <p:xfrm>
          <a:off x="723900" y="1359244"/>
          <a:ext cx="6801366" cy="3978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Welcome Mail</a:t>
            </a:r>
            <a:endParaRPr lang="en-GB" dirty="0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5925" y="657186"/>
            <a:ext cx="5770563" cy="5888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0472400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4"/>
          <p:cNvSpPr txBox="1">
            <a:spLocks/>
          </p:cNvSpPr>
          <p:nvPr/>
        </p:nvSpPr>
        <p:spPr>
          <a:xfrm>
            <a:off x="685800" y="3000386"/>
            <a:ext cx="7772400" cy="857229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End of Report</a:t>
            </a:r>
            <a:endParaRPr kumimoji="0" lang="en-GB" sz="3600" b="0" i="0" u="none" strike="noStrike" kern="0" cap="none" spc="0" normalizeH="0" baseline="0" noProof="0" dirty="0">
              <a:ln>
                <a:noFill/>
              </a:ln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QS_Master">
  <a:themeElements>
    <a:clrScheme name="QS_Master 2">
      <a:dk1>
        <a:srgbClr val="5B5B89"/>
      </a:dk1>
      <a:lt1>
        <a:srgbClr val="FFFFFF"/>
      </a:lt1>
      <a:dk2>
        <a:srgbClr val="666699"/>
      </a:dk2>
      <a:lt2>
        <a:srgbClr val="DFDEF6"/>
      </a:lt2>
      <a:accent1>
        <a:srgbClr val="6666FF"/>
      </a:accent1>
      <a:accent2>
        <a:srgbClr val="52527C"/>
      </a:accent2>
      <a:accent3>
        <a:srgbClr val="B8B8CA"/>
      </a:accent3>
      <a:accent4>
        <a:srgbClr val="DADADA"/>
      </a:accent4>
      <a:accent5>
        <a:srgbClr val="B8B8FF"/>
      </a:accent5>
      <a:accent6>
        <a:srgbClr val="494970"/>
      </a:accent6>
      <a:hlink>
        <a:srgbClr val="9999FF"/>
      </a:hlink>
      <a:folHlink>
        <a:srgbClr val="CCCC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tx1"/>
        </a:solidFill>
        <a:ln w="952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200" b="0" i="0" u="none" strike="noStrike" cap="none" normalizeH="0" baseline="0" dirty="0" smtClean="0">
            <a:ln>
              <a:noFill/>
            </a:ln>
            <a:solidFill>
              <a:srgbClr val="FF0000"/>
            </a:solidFill>
            <a:effectLst/>
            <a:latin typeface="Tahoma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arrow"/>
        </a:ln>
        <a:effectLst/>
      </a:spPr>
      <a:bodyPr/>
      <a:lstStyle/>
    </a:lnDef>
  </a:objectDefaults>
  <a:extraClrSchemeLst>
    <a:extraClrScheme>
      <a:clrScheme name="QS_Master 1">
        <a:dk1>
          <a:srgbClr val="00008A"/>
        </a:dk1>
        <a:lt1>
          <a:srgbClr val="FFFFFF"/>
        </a:lt1>
        <a:dk2>
          <a:srgbClr val="000099"/>
        </a:dk2>
        <a:lt2>
          <a:srgbClr val="FFFFFF"/>
        </a:lt2>
        <a:accent1>
          <a:srgbClr val="0099FF"/>
        </a:accent1>
        <a:accent2>
          <a:srgbClr val="00007A"/>
        </a:accent2>
        <a:accent3>
          <a:srgbClr val="AAAACA"/>
        </a:accent3>
        <a:accent4>
          <a:srgbClr val="DADADA"/>
        </a:accent4>
        <a:accent5>
          <a:srgbClr val="AACAFF"/>
        </a:accent5>
        <a:accent6>
          <a:srgbClr val="00006E"/>
        </a:accent6>
        <a:hlink>
          <a:srgbClr val="EAEAEA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S_Master 2">
        <a:dk1>
          <a:srgbClr val="5B5B89"/>
        </a:dk1>
        <a:lt1>
          <a:srgbClr val="FFFFFF"/>
        </a:lt1>
        <a:dk2>
          <a:srgbClr val="666699"/>
        </a:dk2>
        <a:lt2>
          <a:srgbClr val="DFDEF6"/>
        </a:lt2>
        <a:accent1>
          <a:srgbClr val="6666FF"/>
        </a:accent1>
        <a:accent2>
          <a:srgbClr val="52527C"/>
        </a:accent2>
        <a:accent3>
          <a:srgbClr val="B8B8CA"/>
        </a:accent3>
        <a:accent4>
          <a:srgbClr val="DADADA"/>
        </a:accent4>
        <a:accent5>
          <a:srgbClr val="B8B8FF"/>
        </a:accent5>
        <a:accent6>
          <a:srgbClr val="494970"/>
        </a:accent6>
        <a:hlink>
          <a:srgbClr val="9999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S_Master 3">
        <a:dk1>
          <a:srgbClr val="700000"/>
        </a:dk1>
        <a:lt1>
          <a:srgbClr val="FFFFFF"/>
        </a:lt1>
        <a:dk2>
          <a:srgbClr val="800000"/>
        </a:dk2>
        <a:lt2>
          <a:srgbClr val="FFFFCC"/>
        </a:lt2>
        <a:accent1>
          <a:srgbClr val="BE7960"/>
        </a:accent1>
        <a:accent2>
          <a:srgbClr val="600000"/>
        </a:accent2>
        <a:accent3>
          <a:srgbClr val="C0AAAA"/>
        </a:accent3>
        <a:accent4>
          <a:srgbClr val="DADADA"/>
        </a:accent4>
        <a:accent5>
          <a:srgbClr val="DBBEB6"/>
        </a:accent5>
        <a:accent6>
          <a:srgbClr val="560000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S_Master 4">
        <a:dk1>
          <a:srgbClr val="000000"/>
        </a:dk1>
        <a:lt1>
          <a:srgbClr val="FDEB9D"/>
        </a:lt1>
        <a:dk2>
          <a:srgbClr val="000000"/>
        </a:dk2>
        <a:lt2>
          <a:srgbClr val="E0CE82"/>
        </a:lt2>
        <a:accent1>
          <a:srgbClr val="EAEAEA"/>
        </a:accent1>
        <a:accent2>
          <a:srgbClr val="C2B476"/>
        </a:accent2>
        <a:accent3>
          <a:srgbClr val="FEF3CC"/>
        </a:accent3>
        <a:accent4>
          <a:srgbClr val="000000"/>
        </a:accent4>
        <a:accent5>
          <a:srgbClr val="F3F3F3"/>
        </a:accent5>
        <a:accent6>
          <a:srgbClr val="B0A36A"/>
        </a:accent6>
        <a:hlink>
          <a:srgbClr val="A47900"/>
        </a:hlink>
        <a:folHlink>
          <a:srgbClr val="8C8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S_Master 5">
        <a:dk1>
          <a:srgbClr val="5B5E52"/>
        </a:dk1>
        <a:lt1>
          <a:srgbClr val="FFFFFF"/>
        </a:lt1>
        <a:dk2>
          <a:srgbClr val="686B5D"/>
        </a:dk2>
        <a:lt2>
          <a:srgbClr val="CCD5C7"/>
        </a:lt2>
        <a:accent1>
          <a:srgbClr val="809EA8"/>
        </a:accent1>
        <a:accent2>
          <a:srgbClr val="4F5147"/>
        </a:accent2>
        <a:accent3>
          <a:srgbClr val="B9BAB6"/>
        </a:accent3>
        <a:accent4>
          <a:srgbClr val="DADADA"/>
        </a:accent4>
        <a:accent5>
          <a:srgbClr val="C0CCD1"/>
        </a:accent5>
        <a:accent6>
          <a:srgbClr val="47493F"/>
        </a:accent6>
        <a:hlink>
          <a:srgbClr val="AAA854"/>
        </a:hlink>
        <a:folHlink>
          <a:srgbClr val="E1D09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S_Master 6">
        <a:dk1>
          <a:srgbClr val="46532B"/>
        </a:dk1>
        <a:lt1>
          <a:srgbClr val="FFFFFF"/>
        </a:lt1>
        <a:dk2>
          <a:srgbClr val="4E5D31"/>
        </a:dk2>
        <a:lt2>
          <a:srgbClr val="FFFFCC"/>
        </a:lt2>
        <a:accent1>
          <a:srgbClr val="8F8C00"/>
        </a:accent1>
        <a:accent2>
          <a:srgbClr val="424F29"/>
        </a:accent2>
        <a:accent3>
          <a:srgbClr val="B2B6AD"/>
        </a:accent3>
        <a:accent4>
          <a:srgbClr val="DADADA"/>
        </a:accent4>
        <a:accent5>
          <a:srgbClr val="C6C5AA"/>
        </a:accent5>
        <a:accent6>
          <a:srgbClr val="3B4724"/>
        </a:accent6>
        <a:hlink>
          <a:srgbClr val="33CC33"/>
        </a:hlink>
        <a:folHlink>
          <a:srgbClr val="00A1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S_Master 7">
        <a:dk1>
          <a:srgbClr val="007673"/>
        </a:dk1>
        <a:lt1>
          <a:srgbClr val="FFFFFF"/>
        </a:lt1>
        <a:dk2>
          <a:srgbClr val="008080"/>
        </a:dk2>
        <a:lt2>
          <a:srgbClr val="FFFF99"/>
        </a:lt2>
        <a:accent1>
          <a:srgbClr val="33CCCC"/>
        </a:accent1>
        <a:accent2>
          <a:srgbClr val="006462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005A58"/>
        </a:accent6>
        <a:hlink>
          <a:srgbClr val="FFCC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S_Master 8">
        <a:dk1>
          <a:srgbClr val="000000"/>
        </a:dk1>
        <a:lt1>
          <a:srgbClr val="E6F8F4"/>
        </a:lt1>
        <a:dk2>
          <a:srgbClr val="000000"/>
        </a:dk2>
        <a:lt2>
          <a:srgbClr val="C5DBD6"/>
        </a:lt2>
        <a:accent1>
          <a:srgbClr val="CCFF99"/>
        </a:accent1>
        <a:accent2>
          <a:srgbClr val="ACBAB7"/>
        </a:accent2>
        <a:accent3>
          <a:srgbClr val="F0FBF8"/>
        </a:accent3>
        <a:accent4>
          <a:srgbClr val="000000"/>
        </a:accent4>
        <a:accent5>
          <a:srgbClr val="E2FFCA"/>
        </a:accent5>
        <a:accent6>
          <a:srgbClr val="9BA8A6"/>
        </a:accent6>
        <a:hlink>
          <a:srgbClr val="008080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S_Master 9">
        <a:dk1>
          <a:srgbClr val="000000"/>
        </a:dk1>
        <a:lt1>
          <a:srgbClr val="EAEAEA"/>
        </a:lt1>
        <a:dk2>
          <a:srgbClr val="000000"/>
        </a:dk2>
        <a:lt2>
          <a:srgbClr val="D1D1D1"/>
        </a:lt2>
        <a:accent1>
          <a:srgbClr val="CCECFF"/>
        </a:accent1>
        <a:accent2>
          <a:srgbClr val="B2B2B2"/>
        </a:accent2>
        <a:accent3>
          <a:srgbClr val="F3F3F3"/>
        </a:accent3>
        <a:accent4>
          <a:srgbClr val="000000"/>
        </a:accent4>
        <a:accent5>
          <a:srgbClr val="E2F4FF"/>
        </a:accent5>
        <a:accent6>
          <a:srgbClr val="A1A1A1"/>
        </a:accent6>
        <a:hlink>
          <a:srgbClr val="7200E4"/>
        </a:hlink>
        <a:folHlink>
          <a:srgbClr val="0033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89203</TotalTime>
  <Words>277</Words>
  <Application>Microsoft Office PowerPoint</Application>
  <PresentationFormat>On-screen Show (4:3)</PresentationFormat>
  <Paragraphs>138</Paragraphs>
  <Slides>16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QS_Master</vt:lpstr>
      <vt:lpstr>IT &amp; Systems  Induction Presentation   </vt:lpstr>
      <vt:lpstr>Content</vt:lpstr>
      <vt:lpstr>Content</vt:lpstr>
      <vt:lpstr>Team</vt:lpstr>
      <vt:lpstr>Technology</vt:lpstr>
      <vt:lpstr>Content</vt:lpstr>
      <vt:lpstr>Content</vt:lpstr>
      <vt:lpstr>Business Application (BaaN ERP)</vt:lpstr>
      <vt:lpstr>CAD Applications</vt:lpstr>
      <vt:lpstr>PowerPoint Presentation</vt:lpstr>
      <vt:lpstr>Content</vt:lpstr>
      <vt:lpstr>Content</vt:lpstr>
      <vt:lpstr>Security Policy</vt:lpstr>
      <vt:lpstr>IT Guidelines on Information Security</vt:lpstr>
      <vt:lpstr>Welcome Mail</vt:lpstr>
      <vt:lpstr>PowerPoint Presentation</vt:lpstr>
    </vt:vector>
  </TitlesOfParts>
  <Company>Quantum Step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Health Assessment</dc:title>
  <dc:creator>Hariharan</dc:creator>
  <cp:lastModifiedBy>M Hariharan</cp:lastModifiedBy>
  <cp:revision>3901</cp:revision>
  <dcterms:created xsi:type="dcterms:W3CDTF">2005-02-08T11:41:35Z</dcterms:created>
  <dcterms:modified xsi:type="dcterms:W3CDTF">2019-02-11T08:46:55Z</dcterms:modified>
</cp:coreProperties>
</file>